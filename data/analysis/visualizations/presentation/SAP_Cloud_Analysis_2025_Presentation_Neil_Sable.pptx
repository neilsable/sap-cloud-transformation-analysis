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29"/>
  </p:normalViewPr>
  <p:slideViewPr>
    <p:cSldViewPr snapToGrid="0">
      <p:cViewPr varScale="1">
        <p:scale>
          <a:sx n="103" d="100"/>
          <a:sy n="103" d="100"/>
        </p:scale>
        <p:origin x="6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A665FD-D183-B54F-AB34-F2A1F030A54E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7351FAA-89CF-E04E-BA86-4B8E4E9EE03E}">
      <dgm:prSet/>
      <dgm:spPr>
        <a:solidFill>
          <a:schemeClr val="tx2">
            <a:lumMod val="90000"/>
            <a:lumOff val="10000"/>
          </a:schemeClr>
        </a:solidFill>
        <a:effectLst>
          <a:glow rad="321726">
            <a:schemeClr val="accent1">
              <a:alpha val="40000"/>
            </a:schemeClr>
          </a:glow>
        </a:effectLst>
      </dgm:spPr>
      <dgm:t>
        <a:bodyPr/>
        <a:lstStyle/>
        <a:p>
          <a:r>
            <a:rPr lang="en-GB" b="1" dirty="0">
              <a:solidFill>
                <a:schemeClr val="bg1"/>
              </a:solidFill>
            </a:rPr>
            <a:t>🌍 STRATEGIC OBSERVATIONS</a:t>
          </a:r>
          <a:endParaRPr lang="en-GB" dirty="0">
            <a:solidFill>
              <a:schemeClr val="bg1"/>
            </a:solidFill>
          </a:endParaRPr>
        </a:p>
      </dgm:t>
    </dgm:pt>
    <dgm:pt modelId="{91977324-FC07-F147-8B7E-D7E41FA5C05F}" type="parTrans" cxnId="{D6899922-B145-5D4C-9130-2DC52D2339AF}">
      <dgm:prSet/>
      <dgm:spPr/>
      <dgm:t>
        <a:bodyPr/>
        <a:lstStyle/>
        <a:p>
          <a:endParaRPr lang="en-GB"/>
        </a:p>
      </dgm:t>
    </dgm:pt>
    <dgm:pt modelId="{88445B79-D3FE-8D4C-8D70-E94B5CE9421B}" type="sibTrans" cxnId="{D6899922-B145-5D4C-9130-2DC52D2339AF}">
      <dgm:prSet/>
      <dgm:spPr/>
      <dgm:t>
        <a:bodyPr/>
        <a:lstStyle/>
        <a:p>
          <a:endParaRPr lang="en-GB"/>
        </a:p>
      </dgm:t>
    </dgm:pt>
    <dgm:pt modelId="{470217DA-237F-1043-A2D8-663B19AFFD71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 anchor="ctr"/>
        <a:lstStyle/>
        <a:p>
          <a:pPr algn="ctr"/>
          <a:r>
            <a:rPr lang="en-GB" dirty="0"/>
            <a:t>Geographic concentration high (EMEA + Americas = 85%)</a:t>
          </a:r>
        </a:p>
      </dgm:t>
    </dgm:pt>
    <dgm:pt modelId="{B85ADB79-4072-1B4D-8D8D-BC9493E8F194}" type="parTrans" cxnId="{A2773CFF-664F-4542-9CDA-442CCA09813A}">
      <dgm:prSet/>
      <dgm:spPr/>
      <dgm:t>
        <a:bodyPr/>
        <a:lstStyle/>
        <a:p>
          <a:endParaRPr lang="en-GB"/>
        </a:p>
      </dgm:t>
    </dgm:pt>
    <dgm:pt modelId="{2B6A53A2-5163-0546-B314-CCE9B714D47D}" type="sibTrans" cxnId="{A2773CFF-664F-4542-9CDA-442CCA09813A}">
      <dgm:prSet/>
      <dgm:spPr/>
      <dgm:t>
        <a:bodyPr/>
        <a:lstStyle/>
        <a:p>
          <a:endParaRPr lang="en-GB"/>
        </a:p>
      </dgm:t>
    </dgm:pt>
    <dgm:pt modelId="{63AD45DA-581D-F24C-B0C3-700985E514B0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 anchor="ctr"/>
        <a:lstStyle/>
        <a:p>
          <a:pPr algn="ctr"/>
          <a:r>
            <a:rPr lang="en-GB"/>
            <a:t>APJ fastest growing (+24.5% YoY) but smallest (14.6% of revenue</a:t>
          </a:r>
        </a:p>
      </dgm:t>
    </dgm:pt>
    <dgm:pt modelId="{0F93B6DA-EFAB-F740-A3E0-7328239DF84F}" type="parTrans" cxnId="{DD79EB8F-FC74-3D44-99EC-EC88BE45F841}">
      <dgm:prSet/>
      <dgm:spPr/>
      <dgm:t>
        <a:bodyPr/>
        <a:lstStyle/>
        <a:p>
          <a:endParaRPr lang="en-GB"/>
        </a:p>
      </dgm:t>
    </dgm:pt>
    <dgm:pt modelId="{669AD493-8F8B-2C4A-93DA-9DDF43D0F5A6}" type="sibTrans" cxnId="{DD79EB8F-FC74-3D44-99EC-EC88BE45F841}">
      <dgm:prSet/>
      <dgm:spPr/>
      <dgm:t>
        <a:bodyPr/>
        <a:lstStyle/>
        <a:p>
          <a:endParaRPr lang="en-GB"/>
        </a:p>
      </dgm:t>
    </dgm:pt>
    <dgm:pt modelId="{0DD7A684-4C74-B549-BB0C-D59261971714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 anchor="ctr"/>
        <a:lstStyle/>
        <a:p>
          <a:pPr algn="ctr"/>
          <a:r>
            <a:rPr lang="en-GB" dirty="0"/>
            <a:t>Predictable revenue increased to 87% (best-in-class for enterprise software)</a:t>
          </a:r>
        </a:p>
      </dgm:t>
    </dgm:pt>
    <dgm:pt modelId="{FF738A93-ABCD-6C4A-888F-0F818B9C269C}" type="parTrans" cxnId="{F74E16C5-AA0C-A343-A149-5D9E0DC58619}">
      <dgm:prSet/>
      <dgm:spPr/>
      <dgm:t>
        <a:bodyPr/>
        <a:lstStyle/>
        <a:p>
          <a:endParaRPr lang="en-GB"/>
        </a:p>
      </dgm:t>
    </dgm:pt>
    <dgm:pt modelId="{86D25371-049F-4D41-8C41-391A18BCD407}" type="sibTrans" cxnId="{F74E16C5-AA0C-A343-A149-5D9E0DC58619}">
      <dgm:prSet/>
      <dgm:spPr/>
      <dgm:t>
        <a:bodyPr/>
        <a:lstStyle/>
        <a:p>
          <a:endParaRPr lang="en-GB"/>
        </a:p>
      </dgm:t>
    </dgm:pt>
    <dgm:pt modelId="{4126B913-844E-EB43-A0A5-612DD750AB06}" type="pres">
      <dgm:prSet presAssocID="{DBA665FD-D183-B54F-AB34-F2A1F030A54E}" presName="Name0" presStyleCnt="0">
        <dgm:presLayoutVars>
          <dgm:dir/>
          <dgm:animLvl val="lvl"/>
          <dgm:resizeHandles val="exact"/>
        </dgm:presLayoutVars>
      </dgm:prSet>
      <dgm:spPr/>
    </dgm:pt>
    <dgm:pt modelId="{D84527A2-899D-3B4F-B8AD-54D612A1C4C6}" type="pres">
      <dgm:prSet presAssocID="{77351FAA-89CF-E04E-BA86-4B8E4E9EE03E}" presName="composite" presStyleCnt="0"/>
      <dgm:spPr/>
    </dgm:pt>
    <dgm:pt modelId="{6FEEBFB7-DA4F-E344-AD8E-0E3BF753EA54}" type="pres">
      <dgm:prSet presAssocID="{77351FAA-89CF-E04E-BA86-4B8E4E9EE03E}" presName="parTx" presStyleLbl="alignNode1" presStyleIdx="0" presStyleCnt="1" custLinFactY="-2088" custLinFactNeighborX="454" custLinFactNeighborY="-100000">
        <dgm:presLayoutVars>
          <dgm:chMax val="0"/>
          <dgm:chPref val="0"/>
          <dgm:bulletEnabled val="1"/>
        </dgm:presLayoutVars>
      </dgm:prSet>
      <dgm:spPr/>
    </dgm:pt>
    <dgm:pt modelId="{B3E4087B-9B28-9043-9A05-0AECAF470C2B}" type="pres">
      <dgm:prSet presAssocID="{77351FAA-89CF-E04E-BA86-4B8E4E9EE03E}" presName="desTx" presStyleLbl="alignAccFollowNode1" presStyleIdx="0" presStyleCnt="1" custLinFactNeighborY="-6039">
        <dgm:presLayoutVars>
          <dgm:bulletEnabled val="1"/>
        </dgm:presLayoutVars>
      </dgm:prSet>
      <dgm:spPr/>
    </dgm:pt>
  </dgm:ptLst>
  <dgm:cxnLst>
    <dgm:cxn modelId="{D6899922-B145-5D4C-9130-2DC52D2339AF}" srcId="{DBA665FD-D183-B54F-AB34-F2A1F030A54E}" destId="{77351FAA-89CF-E04E-BA86-4B8E4E9EE03E}" srcOrd="0" destOrd="0" parTransId="{91977324-FC07-F147-8B7E-D7E41FA5C05F}" sibTransId="{88445B79-D3FE-8D4C-8D70-E94B5CE9421B}"/>
    <dgm:cxn modelId="{86728147-0147-F140-898F-14E8700864F5}" type="presOf" srcId="{77351FAA-89CF-E04E-BA86-4B8E4E9EE03E}" destId="{6FEEBFB7-DA4F-E344-AD8E-0E3BF753EA54}" srcOrd="0" destOrd="0" presId="urn:microsoft.com/office/officeart/2005/8/layout/hList1"/>
    <dgm:cxn modelId="{4308C04D-0A25-7B49-B751-6F3420106595}" type="presOf" srcId="{470217DA-237F-1043-A2D8-663B19AFFD71}" destId="{B3E4087B-9B28-9043-9A05-0AECAF470C2B}" srcOrd="0" destOrd="0" presId="urn:microsoft.com/office/officeart/2005/8/layout/hList1"/>
    <dgm:cxn modelId="{0BCBDE52-07EA-EE40-B7C8-67EC0BFCBBBC}" type="presOf" srcId="{0DD7A684-4C74-B549-BB0C-D59261971714}" destId="{B3E4087B-9B28-9043-9A05-0AECAF470C2B}" srcOrd="0" destOrd="2" presId="urn:microsoft.com/office/officeart/2005/8/layout/hList1"/>
    <dgm:cxn modelId="{5D3ECB62-4D83-114F-A294-0F8232C736F3}" type="presOf" srcId="{63AD45DA-581D-F24C-B0C3-700985E514B0}" destId="{B3E4087B-9B28-9043-9A05-0AECAF470C2B}" srcOrd="0" destOrd="1" presId="urn:microsoft.com/office/officeart/2005/8/layout/hList1"/>
    <dgm:cxn modelId="{AB62CB72-D540-684D-B507-33A603AD95BD}" type="presOf" srcId="{DBA665FD-D183-B54F-AB34-F2A1F030A54E}" destId="{4126B913-844E-EB43-A0A5-612DD750AB06}" srcOrd="0" destOrd="0" presId="urn:microsoft.com/office/officeart/2005/8/layout/hList1"/>
    <dgm:cxn modelId="{DD79EB8F-FC74-3D44-99EC-EC88BE45F841}" srcId="{77351FAA-89CF-E04E-BA86-4B8E4E9EE03E}" destId="{63AD45DA-581D-F24C-B0C3-700985E514B0}" srcOrd="1" destOrd="0" parTransId="{0F93B6DA-EFAB-F740-A3E0-7328239DF84F}" sibTransId="{669AD493-8F8B-2C4A-93DA-9DDF43D0F5A6}"/>
    <dgm:cxn modelId="{F74E16C5-AA0C-A343-A149-5D9E0DC58619}" srcId="{77351FAA-89CF-E04E-BA86-4B8E4E9EE03E}" destId="{0DD7A684-4C74-B549-BB0C-D59261971714}" srcOrd="2" destOrd="0" parTransId="{FF738A93-ABCD-6C4A-888F-0F818B9C269C}" sibTransId="{86D25371-049F-4D41-8C41-391A18BCD407}"/>
    <dgm:cxn modelId="{A2773CFF-664F-4542-9CDA-442CCA09813A}" srcId="{77351FAA-89CF-E04E-BA86-4B8E4E9EE03E}" destId="{470217DA-237F-1043-A2D8-663B19AFFD71}" srcOrd="0" destOrd="0" parTransId="{B85ADB79-4072-1B4D-8D8D-BC9493E8F194}" sibTransId="{2B6A53A2-5163-0546-B314-CCE9B714D47D}"/>
    <dgm:cxn modelId="{052EDA2E-4FC1-9743-8F91-8F226339CB2C}" type="presParOf" srcId="{4126B913-844E-EB43-A0A5-612DD750AB06}" destId="{D84527A2-899D-3B4F-B8AD-54D612A1C4C6}" srcOrd="0" destOrd="0" presId="urn:microsoft.com/office/officeart/2005/8/layout/hList1"/>
    <dgm:cxn modelId="{83284DBA-EB8D-BA49-95F0-316E0215E136}" type="presParOf" srcId="{D84527A2-899D-3B4F-B8AD-54D612A1C4C6}" destId="{6FEEBFB7-DA4F-E344-AD8E-0E3BF753EA54}" srcOrd="0" destOrd="0" presId="urn:microsoft.com/office/officeart/2005/8/layout/hList1"/>
    <dgm:cxn modelId="{582A13E2-1982-4346-A6DA-8D416C7F7E1D}" type="presParOf" srcId="{D84527A2-899D-3B4F-B8AD-54D612A1C4C6}" destId="{B3E4087B-9B28-9043-9A05-0AECAF470C2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266A86-D3D1-4D41-88CA-42FF1DB86B37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94DFF53-E5CC-2748-ABBC-9895F54036D0}">
      <dgm:prSet/>
      <dgm:spPr>
        <a:solidFill>
          <a:srgbClr val="0070C0"/>
        </a:solidFill>
        <a:effectLst>
          <a:glow rad="326738">
            <a:schemeClr val="accent1">
              <a:alpha val="40000"/>
            </a:schemeClr>
          </a:glow>
        </a:effectLst>
      </dgm:spPr>
      <dgm:t>
        <a:bodyPr lIns="93600" tIns="54000" rIns="93600" bIns="54000"/>
        <a:lstStyle/>
        <a:p>
          <a:r>
            <a:rPr lang="en-GB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⚠️ KEY RISK</a:t>
          </a:r>
        </a:p>
      </dgm:t>
    </dgm:pt>
    <dgm:pt modelId="{94C70038-D8F6-6249-A43B-79E8316677F9}" type="parTrans" cxnId="{A2BFCCEB-45A1-4949-B9EC-33875119B0C0}">
      <dgm:prSet/>
      <dgm:spPr/>
      <dgm:t>
        <a:bodyPr/>
        <a:lstStyle/>
        <a:p>
          <a:endParaRPr lang="en-GB"/>
        </a:p>
      </dgm:t>
    </dgm:pt>
    <dgm:pt modelId="{C85930D0-F2A1-B149-9928-9DF36C516CB9}" type="sibTrans" cxnId="{A2BFCCEB-45A1-4949-B9EC-33875119B0C0}">
      <dgm:prSet/>
      <dgm:spPr/>
      <dgm:t>
        <a:bodyPr/>
        <a:lstStyle/>
        <a:p>
          <a:endParaRPr lang="en-GB"/>
        </a:p>
      </dgm:t>
    </dgm:pt>
    <dgm:pt modelId="{4A4E1B2D-8590-C442-B1F5-C4AD7DBE9188}">
      <dgm:prSet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 anchor="ctr"/>
        <a:lstStyle/>
        <a:p>
          <a:pPr algn="ctr"/>
          <a:r>
            <a:rPr lang="en-GB" dirty="0"/>
            <a:t>Q4 forecast below SAP guidance suggests dependency on seasonality/FX </a:t>
          </a:r>
        </a:p>
      </dgm:t>
    </dgm:pt>
    <dgm:pt modelId="{8739D00B-4322-6246-8360-85225638719B}" type="parTrans" cxnId="{472119A6-8FF3-6C46-9D56-5F2D5AD4EBDE}">
      <dgm:prSet/>
      <dgm:spPr/>
      <dgm:t>
        <a:bodyPr/>
        <a:lstStyle/>
        <a:p>
          <a:endParaRPr lang="en-GB"/>
        </a:p>
      </dgm:t>
    </dgm:pt>
    <dgm:pt modelId="{B8C9865B-C4DB-8D41-BDFA-5A0DD61EC859}" type="sibTrans" cxnId="{472119A6-8FF3-6C46-9D56-5F2D5AD4EBDE}">
      <dgm:prSet/>
      <dgm:spPr/>
      <dgm:t>
        <a:bodyPr/>
        <a:lstStyle/>
        <a:p>
          <a:endParaRPr lang="en-GB"/>
        </a:p>
      </dgm:t>
    </dgm:pt>
    <dgm:pt modelId="{2C88EE45-C9E2-604D-94A5-9210437AA522}" type="pres">
      <dgm:prSet presAssocID="{5E266A86-D3D1-4D41-88CA-42FF1DB86B37}" presName="Name0" presStyleCnt="0">
        <dgm:presLayoutVars>
          <dgm:dir/>
          <dgm:animLvl val="lvl"/>
          <dgm:resizeHandles val="exact"/>
        </dgm:presLayoutVars>
      </dgm:prSet>
      <dgm:spPr/>
    </dgm:pt>
    <dgm:pt modelId="{3714D59E-2D23-AC49-A9BF-3B451756C62D}" type="pres">
      <dgm:prSet presAssocID="{A94DFF53-E5CC-2748-ABBC-9895F54036D0}" presName="composite" presStyleCnt="0"/>
      <dgm:spPr/>
    </dgm:pt>
    <dgm:pt modelId="{17B11E12-A009-0A4E-B244-6CE54419FA64}" type="pres">
      <dgm:prSet presAssocID="{A94DFF53-E5CC-2748-ABBC-9895F54036D0}" presName="parTx" presStyleLbl="alignNode1" presStyleIdx="0" presStyleCnt="1" custAng="10800000" custFlipVert="1" custScaleY="81149" custLinFactY="-23041" custLinFactNeighborY="-100000">
        <dgm:presLayoutVars>
          <dgm:chMax val="0"/>
          <dgm:chPref val="0"/>
          <dgm:bulletEnabled val="1"/>
        </dgm:presLayoutVars>
      </dgm:prSet>
      <dgm:spPr/>
    </dgm:pt>
    <dgm:pt modelId="{93695443-388B-0042-88A7-96716CBD4E76}" type="pres">
      <dgm:prSet presAssocID="{A94DFF53-E5CC-2748-ABBC-9895F54036D0}" presName="desTx" presStyleLbl="alignAccFollowNode1" presStyleIdx="0" presStyleCnt="1" custScaleY="66107" custLinFactNeighborY="-30950">
        <dgm:presLayoutVars>
          <dgm:bulletEnabled val="1"/>
        </dgm:presLayoutVars>
      </dgm:prSet>
      <dgm:spPr/>
    </dgm:pt>
  </dgm:ptLst>
  <dgm:cxnLst>
    <dgm:cxn modelId="{D5B8E403-DDEA-9A42-963B-C2A8ABB5ADF0}" type="presOf" srcId="{5E266A86-D3D1-4D41-88CA-42FF1DB86B37}" destId="{2C88EE45-C9E2-604D-94A5-9210437AA522}" srcOrd="0" destOrd="0" presId="urn:microsoft.com/office/officeart/2005/8/layout/hList1"/>
    <dgm:cxn modelId="{08DFDE5C-3D6C-2C4C-8E90-FB11923270B2}" type="presOf" srcId="{4A4E1B2D-8590-C442-B1F5-C4AD7DBE9188}" destId="{93695443-388B-0042-88A7-96716CBD4E76}" srcOrd="0" destOrd="0" presId="urn:microsoft.com/office/officeart/2005/8/layout/hList1"/>
    <dgm:cxn modelId="{BCDE4E79-88AE-B04D-9F67-CD5A2EFE2AF5}" type="presOf" srcId="{A94DFF53-E5CC-2748-ABBC-9895F54036D0}" destId="{17B11E12-A009-0A4E-B244-6CE54419FA64}" srcOrd="0" destOrd="0" presId="urn:microsoft.com/office/officeart/2005/8/layout/hList1"/>
    <dgm:cxn modelId="{472119A6-8FF3-6C46-9D56-5F2D5AD4EBDE}" srcId="{A94DFF53-E5CC-2748-ABBC-9895F54036D0}" destId="{4A4E1B2D-8590-C442-B1F5-C4AD7DBE9188}" srcOrd="0" destOrd="0" parTransId="{8739D00B-4322-6246-8360-85225638719B}" sibTransId="{B8C9865B-C4DB-8D41-BDFA-5A0DD61EC859}"/>
    <dgm:cxn modelId="{A2BFCCEB-45A1-4949-B9EC-33875119B0C0}" srcId="{5E266A86-D3D1-4D41-88CA-42FF1DB86B37}" destId="{A94DFF53-E5CC-2748-ABBC-9895F54036D0}" srcOrd="0" destOrd="0" parTransId="{94C70038-D8F6-6249-A43B-79E8316677F9}" sibTransId="{C85930D0-F2A1-B149-9928-9DF36C516CB9}"/>
    <dgm:cxn modelId="{8C617108-03F2-C940-A6B7-1812793EB770}" type="presParOf" srcId="{2C88EE45-C9E2-604D-94A5-9210437AA522}" destId="{3714D59E-2D23-AC49-A9BF-3B451756C62D}" srcOrd="0" destOrd="0" presId="urn:microsoft.com/office/officeart/2005/8/layout/hList1"/>
    <dgm:cxn modelId="{3749BE2C-6704-F349-B82D-0AC91927ACD2}" type="presParOf" srcId="{3714D59E-2D23-AC49-A9BF-3B451756C62D}" destId="{17B11E12-A009-0A4E-B244-6CE54419FA64}" srcOrd="0" destOrd="0" presId="urn:microsoft.com/office/officeart/2005/8/layout/hList1"/>
    <dgm:cxn modelId="{CA44C3AA-57D1-5446-AE20-13713093A9C6}" type="presParOf" srcId="{3714D59E-2D23-AC49-A9BF-3B451756C62D}" destId="{93695443-388B-0042-88A7-96716CBD4E7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E63A8F-CA50-E645-96B3-C6DA8470482D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301EB07-0DE1-2641-9AF1-997113C9D091}">
      <dgm:prSet/>
      <dgm:spPr>
        <a:solidFill>
          <a:srgbClr val="0070C0"/>
        </a:solidFill>
        <a:effectLst>
          <a:glow rad="318917">
            <a:schemeClr val="accent1">
              <a:alpha val="40000"/>
            </a:schemeClr>
          </a:glow>
        </a:effectLst>
      </dgm:spPr>
      <dgm:t>
        <a:bodyPr/>
        <a:lstStyle/>
        <a:p>
          <a:r>
            <a:rPr lang="en-GB" b="1" dirty="0">
              <a:solidFill>
                <a:schemeClr val="bg1"/>
              </a:solidFill>
            </a:rPr>
            <a:t>📊 FINANCIAL PERFORMANCE</a:t>
          </a:r>
          <a:endParaRPr lang="en-GB" dirty="0">
            <a:solidFill>
              <a:schemeClr val="bg1"/>
            </a:solidFill>
          </a:endParaRPr>
        </a:p>
      </dgm:t>
    </dgm:pt>
    <dgm:pt modelId="{054C8CC8-F3A0-3A48-B8FC-44DF638D85EE}" type="parTrans" cxnId="{122A3CC0-9ADE-7B48-B6BE-F34363077263}">
      <dgm:prSet/>
      <dgm:spPr/>
      <dgm:t>
        <a:bodyPr/>
        <a:lstStyle/>
        <a:p>
          <a:endParaRPr lang="en-GB"/>
        </a:p>
      </dgm:t>
    </dgm:pt>
    <dgm:pt modelId="{F8BA6A7A-3033-A344-941D-8B44660CFF23}" type="sibTrans" cxnId="{122A3CC0-9ADE-7B48-B6BE-F34363077263}">
      <dgm:prSet/>
      <dgm:spPr/>
      <dgm:t>
        <a:bodyPr/>
        <a:lstStyle/>
        <a:p>
          <a:endParaRPr lang="en-GB"/>
        </a:p>
      </dgm:t>
    </dgm:pt>
    <dgm:pt modelId="{5DADAA3A-D6AE-154D-9882-EA9F5CD5BD72}">
      <dgm:prSet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 anchor="ctr"/>
        <a:lstStyle/>
        <a:p>
          <a:pPr algn="ctr"/>
          <a:r>
            <a:rPr lang="en-GB" dirty="0"/>
            <a:t>Cloud revenue: €5.29B in Q3 2025 (+21.6% YoY)</a:t>
          </a:r>
        </a:p>
      </dgm:t>
    </dgm:pt>
    <dgm:pt modelId="{2D2D6DF0-F6CC-AF42-AA8A-2CD2E790ACB8}" type="parTrans" cxnId="{4660CBB8-4B32-0B48-B042-60F9D0F9C75A}">
      <dgm:prSet/>
      <dgm:spPr/>
      <dgm:t>
        <a:bodyPr/>
        <a:lstStyle/>
        <a:p>
          <a:endParaRPr lang="en-GB"/>
        </a:p>
      </dgm:t>
    </dgm:pt>
    <dgm:pt modelId="{7F987265-2C4B-0A4A-A4D3-F6605D0C703A}" type="sibTrans" cxnId="{4660CBB8-4B32-0B48-B042-60F9D0F9C75A}">
      <dgm:prSet/>
      <dgm:spPr/>
      <dgm:t>
        <a:bodyPr/>
        <a:lstStyle/>
        <a:p>
          <a:endParaRPr lang="en-GB"/>
        </a:p>
      </dgm:t>
    </dgm:pt>
    <dgm:pt modelId="{B950C09B-54DB-C140-9487-66537031975C}">
      <dgm:prSet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 anchor="ctr"/>
        <a:lstStyle/>
        <a:p>
          <a:pPr algn="ctr"/>
          <a:r>
            <a:rPr lang="en-GB" dirty="0"/>
            <a:t>Cloud represents 58.3% of total revenue (up from 51.4% YoY)</a:t>
          </a:r>
        </a:p>
      </dgm:t>
    </dgm:pt>
    <dgm:pt modelId="{AC377D64-E5BC-4A40-8DDD-478733CB2EE9}" type="parTrans" cxnId="{1AB1B3FC-81AF-734F-8F83-7BA03708DCD0}">
      <dgm:prSet/>
      <dgm:spPr/>
      <dgm:t>
        <a:bodyPr/>
        <a:lstStyle/>
        <a:p>
          <a:endParaRPr lang="en-GB"/>
        </a:p>
      </dgm:t>
    </dgm:pt>
    <dgm:pt modelId="{47994EBB-E052-8540-8E65-089ABFB77B61}" type="sibTrans" cxnId="{1AB1B3FC-81AF-734F-8F83-7BA03708DCD0}">
      <dgm:prSet/>
      <dgm:spPr/>
      <dgm:t>
        <a:bodyPr/>
        <a:lstStyle/>
        <a:p>
          <a:endParaRPr lang="en-GB"/>
        </a:p>
      </dgm:t>
    </dgm:pt>
    <dgm:pt modelId="{FA820818-74A2-544E-9C90-AC27E0511DFE}">
      <dgm:prSet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 anchor="ctr"/>
        <a:lstStyle/>
        <a:p>
          <a:pPr algn="ctr"/>
          <a:r>
            <a:rPr lang="en-GB" dirty="0"/>
            <a:t>Operating margin: 28.3% (up 180 basis points YoY)</a:t>
          </a:r>
        </a:p>
      </dgm:t>
    </dgm:pt>
    <dgm:pt modelId="{993B038E-1DAD-E843-B19B-4E0348F355B4}" type="parTrans" cxnId="{12616969-5EEC-D34F-B07D-813AC7EEC284}">
      <dgm:prSet/>
      <dgm:spPr/>
      <dgm:t>
        <a:bodyPr/>
        <a:lstStyle/>
        <a:p>
          <a:endParaRPr lang="en-GB"/>
        </a:p>
      </dgm:t>
    </dgm:pt>
    <dgm:pt modelId="{C6CCBF27-1950-A142-96C1-2573404F6990}" type="sibTrans" cxnId="{12616969-5EEC-D34F-B07D-813AC7EEC284}">
      <dgm:prSet/>
      <dgm:spPr/>
      <dgm:t>
        <a:bodyPr/>
        <a:lstStyle/>
        <a:p>
          <a:endParaRPr lang="en-GB"/>
        </a:p>
      </dgm:t>
    </dgm:pt>
    <dgm:pt modelId="{EF903AE8-830D-994D-8DB8-817B72AA122D}">
      <dgm:prSet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 anchor="ctr"/>
        <a:lstStyle/>
        <a:p>
          <a:pPr algn="ctr"/>
          <a:r>
            <a:rPr lang="en-GB" dirty="0"/>
            <a:t>Cloud gross margin: 75.1% (up 140 basis points YoY)</a:t>
          </a:r>
        </a:p>
      </dgm:t>
    </dgm:pt>
    <dgm:pt modelId="{DB044519-7B4B-A14C-9E12-6410DC7AE786}" type="parTrans" cxnId="{9EADD746-D102-4D4B-8E75-D92F8189A275}">
      <dgm:prSet/>
      <dgm:spPr/>
      <dgm:t>
        <a:bodyPr/>
        <a:lstStyle/>
        <a:p>
          <a:endParaRPr lang="en-GB"/>
        </a:p>
      </dgm:t>
    </dgm:pt>
    <dgm:pt modelId="{718264E1-9E70-C246-8338-A8CF71CFC31F}" type="sibTrans" cxnId="{9EADD746-D102-4D4B-8E75-D92F8189A275}">
      <dgm:prSet/>
      <dgm:spPr/>
      <dgm:t>
        <a:bodyPr/>
        <a:lstStyle/>
        <a:p>
          <a:endParaRPr lang="en-GB"/>
        </a:p>
      </dgm:t>
    </dgm:pt>
    <dgm:pt modelId="{524CE7E2-30DC-8A43-B97E-D97369242877}" type="pres">
      <dgm:prSet presAssocID="{B5E63A8F-CA50-E645-96B3-C6DA8470482D}" presName="Name0" presStyleCnt="0">
        <dgm:presLayoutVars>
          <dgm:dir/>
          <dgm:animLvl val="lvl"/>
          <dgm:resizeHandles val="exact"/>
        </dgm:presLayoutVars>
      </dgm:prSet>
      <dgm:spPr/>
    </dgm:pt>
    <dgm:pt modelId="{2D915FC0-61C2-E344-B980-18233B5658E5}" type="pres">
      <dgm:prSet presAssocID="{8301EB07-0DE1-2641-9AF1-997113C9D091}" presName="composite" presStyleCnt="0"/>
      <dgm:spPr/>
    </dgm:pt>
    <dgm:pt modelId="{63E55CF0-DB23-2B4C-9C7C-1B526B8AA711}" type="pres">
      <dgm:prSet presAssocID="{8301EB07-0DE1-2641-9AF1-997113C9D091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EBF91126-9AB5-ED47-88F7-767E4AE79D0A}" type="pres">
      <dgm:prSet presAssocID="{8301EB07-0DE1-2641-9AF1-997113C9D091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CBE96337-A620-8348-8C18-F1A571348053}" type="presOf" srcId="{8301EB07-0DE1-2641-9AF1-997113C9D091}" destId="{63E55CF0-DB23-2B4C-9C7C-1B526B8AA711}" srcOrd="0" destOrd="0" presId="urn:microsoft.com/office/officeart/2005/8/layout/hList1"/>
    <dgm:cxn modelId="{9EADD746-D102-4D4B-8E75-D92F8189A275}" srcId="{8301EB07-0DE1-2641-9AF1-997113C9D091}" destId="{EF903AE8-830D-994D-8DB8-817B72AA122D}" srcOrd="3" destOrd="0" parTransId="{DB044519-7B4B-A14C-9E12-6410DC7AE786}" sibTransId="{718264E1-9E70-C246-8338-A8CF71CFC31F}"/>
    <dgm:cxn modelId="{E27E9151-FE32-DE4F-AE8D-3A4E88D1074B}" type="presOf" srcId="{EF903AE8-830D-994D-8DB8-817B72AA122D}" destId="{EBF91126-9AB5-ED47-88F7-767E4AE79D0A}" srcOrd="0" destOrd="3" presId="urn:microsoft.com/office/officeart/2005/8/layout/hList1"/>
    <dgm:cxn modelId="{EC5C8D5A-81E5-054C-805C-50A2E95F1DBA}" type="presOf" srcId="{B5E63A8F-CA50-E645-96B3-C6DA8470482D}" destId="{524CE7E2-30DC-8A43-B97E-D97369242877}" srcOrd="0" destOrd="0" presId="urn:microsoft.com/office/officeart/2005/8/layout/hList1"/>
    <dgm:cxn modelId="{83509363-C4B2-E540-A696-76B1B23D8F67}" type="presOf" srcId="{FA820818-74A2-544E-9C90-AC27E0511DFE}" destId="{EBF91126-9AB5-ED47-88F7-767E4AE79D0A}" srcOrd="0" destOrd="2" presId="urn:microsoft.com/office/officeart/2005/8/layout/hList1"/>
    <dgm:cxn modelId="{ADCE7B64-EFE1-7C4C-A968-96A2C87560F8}" type="presOf" srcId="{5DADAA3A-D6AE-154D-9882-EA9F5CD5BD72}" destId="{EBF91126-9AB5-ED47-88F7-767E4AE79D0A}" srcOrd="0" destOrd="0" presId="urn:microsoft.com/office/officeart/2005/8/layout/hList1"/>
    <dgm:cxn modelId="{12616969-5EEC-D34F-B07D-813AC7EEC284}" srcId="{8301EB07-0DE1-2641-9AF1-997113C9D091}" destId="{FA820818-74A2-544E-9C90-AC27E0511DFE}" srcOrd="2" destOrd="0" parTransId="{993B038E-1DAD-E843-B19B-4E0348F355B4}" sibTransId="{C6CCBF27-1950-A142-96C1-2573404F6990}"/>
    <dgm:cxn modelId="{4660CBB8-4B32-0B48-B042-60F9D0F9C75A}" srcId="{8301EB07-0DE1-2641-9AF1-997113C9D091}" destId="{5DADAA3A-D6AE-154D-9882-EA9F5CD5BD72}" srcOrd="0" destOrd="0" parTransId="{2D2D6DF0-F6CC-AF42-AA8A-2CD2E790ACB8}" sibTransId="{7F987265-2C4B-0A4A-A4D3-F6605D0C703A}"/>
    <dgm:cxn modelId="{122A3CC0-9ADE-7B48-B6BE-F34363077263}" srcId="{B5E63A8F-CA50-E645-96B3-C6DA8470482D}" destId="{8301EB07-0DE1-2641-9AF1-997113C9D091}" srcOrd="0" destOrd="0" parTransId="{054C8CC8-F3A0-3A48-B8FC-44DF638D85EE}" sibTransId="{F8BA6A7A-3033-A344-941D-8B44660CFF23}"/>
    <dgm:cxn modelId="{D9ABD4D8-49C3-0A40-A6F2-E01903E76883}" type="presOf" srcId="{B950C09B-54DB-C140-9487-66537031975C}" destId="{EBF91126-9AB5-ED47-88F7-767E4AE79D0A}" srcOrd="0" destOrd="1" presId="urn:microsoft.com/office/officeart/2005/8/layout/hList1"/>
    <dgm:cxn modelId="{1AB1B3FC-81AF-734F-8F83-7BA03708DCD0}" srcId="{8301EB07-0DE1-2641-9AF1-997113C9D091}" destId="{B950C09B-54DB-C140-9487-66537031975C}" srcOrd="1" destOrd="0" parTransId="{AC377D64-E5BC-4A40-8DDD-478733CB2EE9}" sibTransId="{47994EBB-E052-8540-8E65-089ABFB77B61}"/>
    <dgm:cxn modelId="{41C2394E-97BA-2A48-97BA-1795797B3845}" type="presParOf" srcId="{524CE7E2-30DC-8A43-B97E-D97369242877}" destId="{2D915FC0-61C2-E344-B980-18233B5658E5}" srcOrd="0" destOrd="0" presId="urn:microsoft.com/office/officeart/2005/8/layout/hList1"/>
    <dgm:cxn modelId="{4EAB25DF-AEB9-FD43-BEFC-F719CFA731A5}" type="presParOf" srcId="{2D915FC0-61C2-E344-B980-18233B5658E5}" destId="{63E55CF0-DB23-2B4C-9C7C-1B526B8AA711}" srcOrd="0" destOrd="0" presId="urn:microsoft.com/office/officeart/2005/8/layout/hList1"/>
    <dgm:cxn modelId="{B77CBE24-1F36-8145-A33A-0CDDDFDA5E14}" type="presParOf" srcId="{2D915FC0-61C2-E344-B980-18233B5658E5}" destId="{EBF91126-9AB5-ED47-88F7-767E4AE79D0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E449F72-59ED-8C41-9A27-150FB4C5329F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6534A6B-0C40-5B41-8209-44ED413CA409}">
      <dgm:prSet/>
      <dgm:spPr>
        <a:solidFill>
          <a:schemeClr val="tx2">
            <a:lumMod val="90000"/>
            <a:lumOff val="10000"/>
          </a:schemeClr>
        </a:solidFill>
        <a:effectLst>
          <a:glow rad="328409">
            <a:schemeClr val="accent1">
              <a:alpha val="40000"/>
            </a:schemeClr>
          </a:glow>
        </a:effectLst>
      </dgm:spPr>
      <dgm:t>
        <a:bodyPr/>
        <a:lstStyle/>
        <a:p>
          <a:r>
            <a:rPr lang="en-GB" b="1" dirty="0">
              <a:solidFill>
                <a:schemeClr val="bg1"/>
              </a:solidFill>
            </a:rPr>
            <a:t>🔮 FORECAST &amp; OUTLOOK</a:t>
          </a:r>
          <a:endParaRPr lang="en-GB" dirty="0">
            <a:solidFill>
              <a:schemeClr val="bg1"/>
            </a:solidFill>
          </a:endParaRPr>
        </a:p>
      </dgm:t>
    </dgm:pt>
    <dgm:pt modelId="{FAB8A8F4-15C0-1A4A-B95F-A087920D875B}" type="parTrans" cxnId="{597C1E82-B294-F345-A1BE-223BD735799B}">
      <dgm:prSet/>
      <dgm:spPr/>
      <dgm:t>
        <a:bodyPr/>
        <a:lstStyle/>
        <a:p>
          <a:endParaRPr lang="en-GB"/>
        </a:p>
      </dgm:t>
    </dgm:pt>
    <dgm:pt modelId="{45904DB1-17C3-D845-B409-4F18E9E36010}" type="sibTrans" cxnId="{597C1E82-B294-F345-A1BE-223BD735799B}">
      <dgm:prSet/>
      <dgm:spPr/>
      <dgm:t>
        <a:bodyPr/>
        <a:lstStyle/>
        <a:p>
          <a:endParaRPr lang="en-GB"/>
        </a:p>
      </dgm:t>
    </dgm:pt>
    <dgm:pt modelId="{85A8F2BE-44A9-2449-849C-70A861CCEE3A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 spcFirstLastPara="0" vert="horz" wrap="square" lIns="74676" tIns="74676" rIns="99568" bIns="112014" numCol="1" spcCol="1270" anchor="ctr" anchorCtr="0"/>
        <a:lstStyle/>
        <a:p>
          <a:pPr algn="ctr"/>
          <a:r>
            <a:rPr lang="en-GB" dirty="0"/>
            <a:t>Q4 2025 statistical forecast: €5.3B (range: €5.0B - €5.6B)</a:t>
          </a:r>
        </a:p>
      </dgm:t>
    </dgm:pt>
    <dgm:pt modelId="{4A1297F3-893A-2F4B-94C4-90C3A846B7D3}" type="parTrans" cxnId="{E7DBAA8A-905F-E448-BE2A-584AFA48D0FB}">
      <dgm:prSet/>
      <dgm:spPr/>
      <dgm:t>
        <a:bodyPr/>
        <a:lstStyle/>
        <a:p>
          <a:endParaRPr lang="en-GB"/>
        </a:p>
      </dgm:t>
    </dgm:pt>
    <dgm:pt modelId="{23D79132-ED16-4C44-9CE4-4D528ED2CBE4}" type="sibTrans" cxnId="{E7DBAA8A-905F-E448-BE2A-584AFA48D0FB}">
      <dgm:prSet/>
      <dgm:spPr/>
      <dgm:t>
        <a:bodyPr/>
        <a:lstStyle/>
        <a:p>
          <a:endParaRPr lang="en-GB"/>
        </a:p>
      </dgm:t>
    </dgm:pt>
    <dgm:pt modelId="{A9E583B8-45DD-774A-B750-AAE4CB748D95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 spcFirstLastPara="0" vert="horz" wrap="square" lIns="74676" tIns="74676" rIns="99568" bIns="112014" numCol="1" spcCol="1270" anchor="ctr" anchorCtr="0"/>
        <a:lstStyle/>
        <a:p>
          <a:pPr algn="ctr"/>
          <a:r>
            <a:rPr lang="en-GB" dirty="0"/>
            <a:t>Model confidence: R² = 0.96 (96% variance explained) </a:t>
          </a:r>
        </a:p>
      </dgm:t>
    </dgm:pt>
    <dgm:pt modelId="{AC9B8358-C432-824A-AABE-8F0B29FA1B7B}" type="parTrans" cxnId="{0293B759-37D7-0045-A84A-3A27AAAACCA1}">
      <dgm:prSet/>
      <dgm:spPr/>
      <dgm:t>
        <a:bodyPr/>
        <a:lstStyle/>
        <a:p>
          <a:endParaRPr lang="en-GB"/>
        </a:p>
      </dgm:t>
    </dgm:pt>
    <dgm:pt modelId="{D53CFEB7-9FC5-5B42-B9DC-3CFA87D5507F}" type="sibTrans" cxnId="{0293B759-37D7-0045-A84A-3A27AAAACCA1}">
      <dgm:prSet/>
      <dgm:spPr/>
      <dgm:t>
        <a:bodyPr/>
        <a:lstStyle/>
        <a:p>
          <a:endParaRPr lang="en-GB"/>
        </a:p>
      </dgm:t>
    </dgm:pt>
    <dgm:pt modelId="{EC947B8D-9980-6E49-9445-C1CB50691799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 spcFirstLastPara="0" vert="horz" wrap="square" lIns="74676" tIns="74676" rIns="99568" bIns="112014" numCol="1" spcCol="1270" anchor="ctr" anchorCtr="0"/>
        <a:lstStyle/>
        <a:p>
          <a:pPr algn="ctr"/>
          <a:r>
            <a:rPr lang="en-GB" dirty="0"/>
            <a:t>Full year 2025 implied: ~€20.7B cloud revenue</a:t>
          </a:r>
          <a:br>
            <a:rPr lang="en-GB" dirty="0"/>
          </a:br>
          <a:endParaRPr lang="en-GB" dirty="0"/>
        </a:p>
      </dgm:t>
    </dgm:pt>
    <dgm:pt modelId="{DA30BE08-EE5E-E840-A28F-AE38C8817220}" type="parTrans" cxnId="{478DEC2A-8BC6-3945-8DA3-E83EC3EC8F95}">
      <dgm:prSet/>
      <dgm:spPr/>
      <dgm:t>
        <a:bodyPr/>
        <a:lstStyle/>
        <a:p>
          <a:endParaRPr lang="en-GB"/>
        </a:p>
      </dgm:t>
    </dgm:pt>
    <dgm:pt modelId="{4C30A143-C8DA-0A4B-BA1C-FBD74FA32B96}" type="sibTrans" cxnId="{478DEC2A-8BC6-3945-8DA3-E83EC3EC8F95}">
      <dgm:prSet/>
      <dgm:spPr/>
      <dgm:t>
        <a:bodyPr/>
        <a:lstStyle/>
        <a:p>
          <a:endParaRPr lang="en-GB"/>
        </a:p>
      </dgm:t>
    </dgm:pt>
    <dgm:pt modelId="{BF0F8051-3267-6C42-B1DF-5C569FC13086}" type="pres">
      <dgm:prSet presAssocID="{CE449F72-59ED-8C41-9A27-150FB4C5329F}" presName="Name0" presStyleCnt="0">
        <dgm:presLayoutVars>
          <dgm:dir/>
          <dgm:animLvl val="lvl"/>
          <dgm:resizeHandles val="exact"/>
        </dgm:presLayoutVars>
      </dgm:prSet>
      <dgm:spPr/>
    </dgm:pt>
    <dgm:pt modelId="{748B7F52-9EF3-C941-BF02-F0DEE47A029F}" type="pres">
      <dgm:prSet presAssocID="{C6534A6B-0C40-5B41-8209-44ED413CA409}" presName="composite" presStyleCnt="0"/>
      <dgm:spPr/>
    </dgm:pt>
    <dgm:pt modelId="{CFC67B4C-19C2-FE48-89B2-A751B8BD3032}" type="pres">
      <dgm:prSet presAssocID="{C6534A6B-0C40-5B41-8209-44ED413CA409}" presName="parTx" presStyleLbl="alignNode1" presStyleIdx="0" presStyleCnt="1" custScaleY="79987" custLinFactNeighborY="-22201">
        <dgm:presLayoutVars>
          <dgm:chMax val="0"/>
          <dgm:chPref val="0"/>
          <dgm:bulletEnabled val="1"/>
        </dgm:presLayoutVars>
      </dgm:prSet>
      <dgm:spPr/>
    </dgm:pt>
    <dgm:pt modelId="{CCAFEDFC-EBAD-F342-A4D5-1C81AE75D5C6}" type="pres">
      <dgm:prSet presAssocID="{C6534A6B-0C40-5B41-8209-44ED413CA409}" presName="desTx" presStyleLbl="alignAccFollowNode1" presStyleIdx="0" presStyleCnt="1" custScaleY="64620" custLinFactNeighborX="899" custLinFactNeighborY="-20298">
        <dgm:presLayoutVars>
          <dgm:bulletEnabled val="1"/>
        </dgm:presLayoutVars>
      </dgm:prSet>
      <dgm:spPr>
        <a:xfrm>
          <a:off x="0" y="483742"/>
          <a:ext cx="4996542" cy="1251548"/>
        </a:xfrm>
        <a:prstGeom prst="rect">
          <a:avLst/>
        </a:prstGeom>
      </dgm:spPr>
    </dgm:pt>
  </dgm:ptLst>
  <dgm:cxnLst>
    <dgm:cxn modelId="{8ABF6307-D3F3-CC47-A923-CA8726A04A1B}" type="presOf" srcId="{C6534A6B-0C40-5B41-8209-44ED413CA409}" destId="{CFC67B4C-19C2-FE48-89B2-A751B8BD3032}" srcOrd="0" destOrd="0" presId="urn:microsoft.com/office/officeart/2005/8/layout/hList1"/>
    <dgm:cxn modelId="{478DEC2A-8BC6-3945-8DA3-E83EC3EC8F95}" srcId="{C6534A6B-0C40-5B41-8209-44ED413CA409}" destId="{EC947B8D-9980-6E49-9445-C1CB50691799}" srcOrd="2" destOrd="0" parTransId="{DA30BE08-EE5E-E840-A28F-AE38C8817220}" sibTransId="{4C30A143-C8DA-0A4B-BA1C-FBD74FA32B96}"/>
    <dgm:cxn modelId="{FAB21345-EA12-5844-B5D8-A18F633AB7B1}" type="presOf" srcId="{A9E583B8-45DD-774A-B750-AAE4CB748D95}" destId="{CCAFEDFC-EBAD-F342-A4D5-1C81AE75D5C6}" srcOrd="0" destOrd="1" presId="urn:microsoft.com/office/officeart/2005/8/layout/hList1"/>
    <dgm:cxn modelId="{67192F57-73AD-B14C-B6DF-69CF730051A8}" type="presOf" srcId="{CE449F72-59ED-8C41-9A27-150FB4C5329F}" destId="{BF0F8051-3267-6C42-B1DF-5C569FC13086}" srcOrd="0" destOrd="0" presId="urn:microsoft.com/office/officeart/2005/8/layout/hList1"/>
    <dgm:cxn modelId="{0293B759-37D7-0045-A84A-3A27AAAACCA1}" srcId="{C6534A6B-0C40-5B41-8209-44ED413CA409}" destId="{A9E583B8-45DD-774A-B750-AAE4CB748D95}" srcOrd="1" destOrd="0" parTransId="{AC9B8358-C432-824A-AABE-8F0B29FA1B7B}" sibTransId="{D53CFEB7-9FC5-5B42-B9DC-3CFA87D5507F}"/>
    <dgm:cxn modelId="{597C1E82-B294-F345-A1BE-223BD735799B}" srcId="{CE449F72-59ED-8C41-9A27-150FB4C5329F}" destId="{C6534A6B-0C40-5B41-8209-44ED413CA409}" srcOrd="0" destOrd="0" parTransId="{FAB8A8F4-15C0-1A4A-B95F-A087920D875B}" sibTransId="{45904DB1-17C3-D845-B409-4F18E9E36010}"/>
    <dgm:cxn modelId="{E7DBAA8A-905F-E448-BE2A-584AFA48D0FB}" srcId="{C6534A6B-0C40-5B41-8209-44ED413CA409}" destId="{85A8F2BE-44A9-2449-849C-70A861CCEE3A}" srcOrd="0" destOrd="0" parTransId="{4A1297F3-893A-2F4B-94C4-90C3A846B7D3}" sibTransId="{23D79132-ED16-4C44-9CE4-4D528ED2CBE4}"/>
    <dgm:cxn modelId="{05123291-4704-CC4A-8EFE-61B36B2BD9CB}" type="presOf" srcId="{85A8F2BE-44A9-2449-849C-70A861CCEE3A}" destId="{CCAFEDFC-EBAD-F342-A4D5-1C81AE75D5C6}" srcOrd="0" destOrd="0" presId="urn:microsoft.com/office/officeart/2005/8/layout/hList1"/>
    <dgm:cxn modelId="{7CC45EFF-AAD6-B347-AE5C-6D02F0F1EDBB}" type="presOf" srcId="{EC947B8D-9980-6E49-9445-C1CB50691799}" destId="{CCAFEDFC-EBAD-F342-A4D5-1C81AE75D5C6}" srcOrd="0" destOrd="2" presId="urn:microsoft.com/office/officeart/2005/8/layout/hList1"/>
    <dgm:cxn modelId="{E33FE090-C4A2-3848-AD7F-0273259F723C}" type="presParOf" srcId="{BF0F8051-3267-6C42-B1DF-5C569FC13086}" destId="{748B7F52-9EF3-C941-BF02-F0DEE47A029F}" srcOrd="0" destOrd="0" presId="urn:microsoft.com/office/officeart/2005/8/layout/hList1"/>
    <dgm:cxn modelId="{9E27F3FC-5524-F74C-A5B5-291413C0E4C6}" type="presParOf" srcId="{748B7F52-9EF3-C941-BF02-F0DEE47A029F}" destId="{CFC67B4C-19C2-FE48-89B2-A751B8BD3032}" srcOrd="0" destOrd="0" presId="urn:microsoft.com/office/officeart/2005/8/layout/hList1"/>
    <dgm:cxn modelId="{83A033EA-75E4-6344-9BFC-6FC79533454B}" type="presParOf" srcId="{748B7F52-9EF3-C941-BF02-F0DEE47A029F}" destId="{CCAFEDFC-EBAD-F342-A4D5-1C81AE75D5C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49EAAF-8642-0444-820F-65925E2EEC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B785CDEA-D16D-1F4B-AE44-86388D40F4F2}">
      <dgm:prSet custT="1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31750"/>
      </dgm:spPr>
      <dgm:t>
        <a:bodyPr/>
        <a:lstStyle/>
        <a:p>
          <a:pPr algn="ctr"/>
          <a:r>
            <a:rPr lang="en-GB" sz="2400" b="1" i="0" dirty="0">
              <a:latin typeface="Calibri" panose="020F0502020204030204" pitchFamily="34" charset="0"/>
              <a:cs typeface="Calibri" panose="020F0502020204030204" pitchFamily="34" charset="0"/>
            </a:rPr>
            <a:t>The Cloud Transformation Journey: Q1 2024 - Q3 2025</a:t>
          </a:r>
        </a:p>
      </dgm:t>
    </dgm:pt>
    <dgm:pt modelId="{8CD511FE-EB8C-624C-BB94-683C7E9DB827}" type="parTrans" cxnId="{8E4080A8-3C71-414A-9B9D-895B21C24E92}">
      <dgm:prSet/>
      <dgm:spPr/>
      <dgm:t>
        <a:bodyPr/>
        <a:lstStyle/>
        <a:p>
          <a:endParaRPr lang="en-GB"/>
        </a:p>
      </dgm:t>
    </dgm:pt>
    <dgm:pt modelId="{3279CEF7-D233-664D-A6A9-BB88C46D4CF5}" type="sibTrans" cxnId="{8E4080A8-3C71-414A-9B9D-895B21C24E92}">
      <dgm:prSet/>
      <dgm:spPr/>
      <dgm:t>
        <a:bodyPr/>
        <a:lstStyle/>
        <a:p>
          <a:endParaRPr lang="en-GB"/>
        </a:p>
      </dgm:t>
    </dgm:pt>
    <dgm:pt modelId="{2B245C1E-B1F6-1D41-9BB3-60CF83A5FB46}" type="pres">
      <dgm:prSet presAssocID="{9949EAAF-8642-0444-820F-65925E2EEC12}" presName="linear" presStyleCnt="0">
        <dgm:presLayoutVars>
          <dgm:animLvl val="lvl"/>
          <dgm:resizeHandles val="exact"/>
        </dgm:presLayoutVars>
      </dgm:prSet>
      <dgm:spPr/>
    </dgm:pt>
    <dgm:pt modelId="{6F71F653-F292-BF4F-B34B-0E146A78D913}" type="pres">
      <dgm:prSet presAssocID="{B785CDEA-D16D-1F4B-AE44-86388D40F4F2}" presName="parentText" presStyleLbl="node1" presStyleIdx="0" presStyleCnt="1" custScaleY="51124" custLinFactNeighborX="-5310" custLinFactNeighborY="-2528">
        <dgm:presLayoutVars>
          <dgm:chMax val="0"/>
          <dgm:bulletEnabled val="1"/>
        </dgm:presLayoutVars>
      </dgm:prSet>
      <dgm:spPr/>
    </dgm:pt>
  </dgm:ptLst>
  <dgm:cxnLst>
    <dgm:cxn modelId="{C141A301-CB38-2840-AD80-A62A8D6171F8}" type="presOf" srcId="{9949EAAF-8642-0444-820F-65925E2EEC12}" destId="{2B245C1E-B1F6-1D41-9BB3-60CF83A5FB46}" srcOrd="0" destOrd="0" presId="urn:microsoft.com/office/officeart/2005/8/layout/vList2"/>
    <dgm:cxn modelId="{44B8F396-D563-394E-A77E-880B21C0781F}" type="presOf" srcId="{B785CDEA-D16D-1F4B-AE44-86388D40F4F2}" destId="{6F71F653-F292-BF4F-B34B-0E146A78D913}" srcOrd="0" destOrd="0" presId="urn:microsoft.com/office/officeart/2005/8/layout/vList2"/>
    <dgm:cxn modelId="{8E4080A8-3C71-414A-9B9D-895B21C24E92}" srcId="{9949EAAF-8642-0444-820F-65925E2EEC12}" destId="{B785CDEA-D16D-1F4B-AE44-86388D40F4F2}" srcOrd="0" destOrd="0" parTransId="{8CD511FE-EB8C-624C-BB94-683C7E9DB827}" sibTransId="{3279CEF7-D233-664D-A6A9-BB88C46D4CF5}"/>
    <dgm:cxn modelId="{D19D8118-9F3E-9D44-8845-DD00A156BF98}" type="presParOf" srcId="{2B245C1E-B1F6-1D41-9BB3-60CF83A5FB46}" destId="{6F71F653-F292-BF4F-B34B-0E146A78D91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85437EF-7E1B-5C41-A354-213ED2110AB8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0AFECC5-F17E-7140-95EA-AAAA25D95EF7}">
      <dgm:prSet phldrT="[Text]"/>
      <dgm:spPr>
        <a:solidFill>
          <a:srgbClr val="0070C0"/>
        </a:solidFill>
        <a:ln>
          <a:solidFill>
            <a:srgbClr val="002060"/>
          </a:solidFill>
        </a:ln>
        <a:effectLst>
          <a:glow rad="213264">
            <a:schemeClr val="accent1">
              <a:alpha val="40000"/>
            </a:schemeClr>
          </a:glow>
        </a:effectLst>
      </dgm:spPr>
      <dgm:t>
        <a:bodyPr anchor="ctr"/>
        <a:lstStyle/>
        <a:p>
          <a:pPr algn="ctr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Starting Point (Q1 2024):</a:t>
          </a:r>
          <a:endParaRPr lang="en-GB" b="0" i="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13645B0-96EC-D14F-8EB6-810A525C0DC1}" type="parTrans" cxnId="{1A6F9B84-E274-E340-9A1C-5C165573940D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9995CB6-F023-2E43-9470-366D8AAD4E37}" type="sibTrans" cxnId="{1A6F9B84-E274-E340-9A1C-5C165573940D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5D1D95D-E5F9-3C48-ADE6-956624F491B3}">
      <dgm:prSet phldrT="[Text]"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 anchor="ctr"/>
        <a:lstStyle/>
        <a:p>
          <a:pPr algn="l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Cloud Revenue: €3.93B</a:t>
          </a:r>
          <a:endParaRPr lang="en-GB" b="0" i="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93A28F6-627E-6340-86FF-3C6752B588B8}" type="parTrans" cxnId="{9613FBA8-F162-744A-805A-AB439BA93F2F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70A93C1-805E-2444-8A5C-55D389006AFE}" type="sibTrans" cxnId="{9613FBA8-F162-744A-805A-AB439BA93F2F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508CE75-85D1-1A49-9B01-8B180A5D86ED}">
      <dgm:prSet phldrT="[Text]"/>
      <dgm:spPr>
        <a:solidFill>
          <a:srgbClr val="0070C0"/>
        </a:solidFill>
        <a:ln>
          <a:solidFill>
            <a:srgbClr val="002060"/>
          </a:solidFill>
        </a:ln>
        <a:effectLst>
          <a:glow rad="207038">
            <a:schemeClr val="accent1">
              <a:alpha val="40000"/>
            </a:schemeClr>
          </a:glow>
        </a:effectLst>
      </dgm:spPr>
      <dgm:t>
        <a:bodyPr anchor="ctr"/>
        <a:lstStyle/>
        <a:p>
          <a:pPr algn="ctr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Growth Trajectory:</a:t>
          </a:r>
          <a:endParaRPr lang="en-GB" b="0" i="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6F10003-D153-9A46-967E-7BE65763B859}" type="parTrans" cxnId="{353AC8AE-5E78-8F47-B445-C524D4C20102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8F8D878-5E25-D048-B2CB-028E9AD18FAE}" type="sibTrans" cxnId="{353AC8AE-5E78-8F47-B445-C524D4C20102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E76CA7D-DADB-6741-95DE-ADEE88465E08}">
      <dgm:prSet phldrT="[Text]"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 anchor="ctr"/>
        <a:lstStyle/>
        <a:p>
          <a:pPr algn="l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CAGR: 18.1% (annualized)</a:t>
          </a:r>
          <a:endParaRPr lang="en-GB" b="0" i="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368934B-281B-0049-B3E1-EE9560CE8EE7}" type="parTrans" cxnId="{5F1EEA97-3BB2-C845-9EEA-C162394724F8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3ECF0A7-8782-8243-AEB0-4B7E2549AB31}" type="sibTrans" cxnId="{5F1EEA97-3BB2-C845-9EEA-C162394724F8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CDC23F1-8F08-F146-A82B-6626CE93207A}">
      <dgm:prSet phldrT="[Text]"/>
      <dgm:spPr>
        <a:solidFill>
          <a:schemeClr val="tx2">
            <a:lumMod val="75000"/>
            <a:lumOff val="25000"/>
          </a:schemeClr>
        </a:solidFill>
        <a:ln>
          <a:solidFill>
            <a:srgbClr val="002060"/>
          </a:solidFill>
        </a:ln>
        <a:effectLst>
          <a:glow rad="225337">
            <a:schemeClr val="accent1">
              <a:alpha val="40000"/>
            </a:schemeClr>
          </a:glow>
        </a:effectLst>
      </dgm:spPr>
      <dgm:t>
        <a:bodyPr anchor="ctr"/>
        <a:lstStyle/>
        <a:p>
          <a:pPr algn="ctr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Current Status (Q3 2025):</a:t>
          </a:r>
          <a:endParaRPr lang="en-GB" b="0" i="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049688F-FD5F-EF43-BF4E-58E3F7A70627}" type="parTrans" cxnId="{70BCD388-4E81-324B-BD4B-8965F0427DDA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0F3DC76-79FC-1B42-91EB-DE4558A73BD7}" type="sibTrans" cxnId="{70BCD388-4E81-324B-BD4B-8965F0427DDA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D4F93A6-AC5A-DF4D-8CB6-36205F9B2CC1}">
      <dgm:prSet phldrT="[Text]"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 anchor="ctr"/>
        <a:lstStyle/>
        <a:p>
          <a:pPr algn="l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Cloud Revenue: €5.29B (+34.7%)</a:t>
          </a:r>
          <a:endParaRPr lang="en-GB" b="0" i="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7C1792A-A18A-2F48-A208-43C568DA34BD}" type="parTrans" cxnId="{A2FE99C6-CA3E-9741-9A58-19AE235D372D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8032A0A-89B9-4E4F-BCEC-846CB6BB44EF}" type="sibTrans" cxnId="{A2FE99C6-CA3E-9741-9A58-19AE235D372D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2E9019D-1C77-4240-9C2F-CA21BB58A518}">
      <dgm:prSet/>
      <dgm:spPr>
        <a:solidFill>
          <a:schemeClr val="tx2">
            <a:lumMod val="75000"/>
            <a:lumOff val="25000"/>
          </a:schemeClr>
        </a:solidFill>
        <a:ln>
          <a:solidFill>
            <a:srgbClr val="002060"/>
          </a:solidFill>
        </a:ln>
        <a:effectLst>
          <a:glow rad="190591">
            <a:schemeClr val="accent1">
              <a:alpha val="40000"/>
            </a:schemeClr>
          </a:glow>
        </a:effectLst>
      </dgm:spPr>
      <dgm:t>
        <a:bodyPr anchor="ctr"/>
        <a:lstStyle/>
        <a:p>
          <a:pPr algn="ctr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Statistical Validity:</a:t>
          </a:r>
          <a:endParaRPr lang="en-GB" b="0" i="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0F0F390-9AC4-3F4B-A499-53D96206630B}" type="parTrans" cxnId="{2C3AAC97-0A27-3648-996B-59EB107DD387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B397B74-D772-294E-9B3A-D72E5D981BA9}" type="sibTrans" cxnId="{2C3AAC97-0A27-3648-996B-59EB107DD387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0951F0B-E67A-AB41-9170-8FDBBC12613A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 anchor="ctr"/>
        <a:lstStyle/>
        <a:p>
          <a:pPr algn="l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Cloud % of Total: 48.9%</a:t>
          </a:r>
        </a:p>
      </dgm:t>
    </dgm:pt>
    <dgm:pt modelId="{36EE6E72-4090-7D40-870C-39EEDE51DAD5}" type="parTrans" cxnId="{FF2C9072-7B13-2940-ABDC-F430EFDF8A91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4D01E77-B742-4C45-9D70-3EF06F9F8083}" type="sibTrans" cxnId="{FF2C9072-7B13-2940-ABDC-F430EFDF8A91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934CCD1-7DBA-7441-B888-796A7AE16009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 anchor="ctr"/>
        <a:lstStyle/>
        <a:p>
          <a:pPr algn="l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Cloud Margin: 72.5%</a:t>
          </a:r>
        </a:p>
      </dgm:t>
    </dgm:pt>
    <dgm:pt modelId="{4A37A00D-13FE-C948-949D-3E23F407BDBC}" type="parTrans" cxnId="{02ED9E05-4FF9-944C-9979-D7A5BA72B91A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42EDBD9-4C95-E64C-947E-1A74B83C611F}" type="sibTrans" cxnId="{02ED9E05-4FF9-944C-9979-D7A5BA72B91A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C4253C0-DC6D-8F4B-8DB8-E795368F0FA6}">
      <dgm:prSet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 anchor="ctr"/>
        <a:lstStyle/>
        <a:p>
          <a:pPr algn="l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Cloud % of Total: 58.3% (+9.4pp)</a:t>
          </a:r>
        </a:p>
      </dgm:t>
    </dgm:pt>
    <dgm:pt modelId="{3EF8AD68-2DFA-9843-9F86-A34D0DCE4326}" type="parTrans" cxnId="{29248475-8626-C14F-9535-AAADA4F11C7A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66E42E5-C2D5-6949-8B62-9FF96A3215EC}" type="sibTrans" cxnId="{29248475-8626-C14F-9535-AAADA4F11C7A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940C52B-67CD-7F46-8757-12895CCCEBCE}">
      <dgm:prSet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 anchor="ctr"/>
        <a:lstStyle/>
        <a:p>
          <a:pPr algn="l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 Cloud Margin: 75.1% (+2.6pp)</a:t>
          </a:r>
        </a:p>
      </dgm:t>
    </dgm:pt>
    <dgm:pt modelId="{408776F4-3A39-F749-BC17-5FEF9F25F011}" type="parTrans" cxnId="{61390440-A7D4-AE41-99AE-B518BD0D0153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170C2CF-0D31-AE49-88AB-F938E486FF83}" type="sibTrans" cxnId="{61390440-A7D4-AE41-99AE-B518BD0D0153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BEE2BF1-4C1D-5446-8572-DD913B49CFD9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 anchor="ctr"/>
        <a:lstStyle/>
        <a:p>
          <a:pPr algn="l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Avg QoQ Growth: 4.8%</a:t>
          </a:r>
        </a:p>
      </dgm:t>
    </dgm:pt>
    <dgm:pt modelId="{4547A8CE-4356-D945-846B-8D075794C23D}" type="parTrans" cxnId="{477B6276-6919-D644-B846-D1A4045F18B6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652C951-4309-8741-9EAF-78C38C47DAE9}" type="sibTrans" cxnId="{477B6276-6919-D644-B846-D1A4045F18B6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BEAF7FC-766B-134D-99F5-DF6D352C82CD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 anchor="ctr"/>
        <a:lstStyle/>
        <a:p>
          <a:pPr algn="l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Volatility: CV = 11.2% (stable)</a:t>
          </a:r>
        </a:p>
      </dgm:t>
    </dgm:pt>
    <dgm:pt modelId="{C9B9F54E-6F77-FF4C-9CDA-E0051B9CDFAC}" type="parTrans" cxnId="{712B0EB4-535C-F24C-B502-C2BCA8E810BE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0275B53-260F-6640-A292-B7620553A5DA}" type="sibTrans" cxnId="{712B0EB4-535C-F24C-B502-C2BCA8E810BE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8817AB0-21A6-FC4D-AABB-8B8A90010CB6}">
      <dgm:prSet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 anchor="ctr"/>
        <a:lstStyle/>
        <a:p>
          <a:pPr algn="l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Linear trend R² = 0.96</a:t>
          </a:r>
        </a:p>
      </dgm:t>
    </dgm:pt>
    <dgm:pt modelId="{79FC5089-CA9E-C241-8ABB-8E5BFDF02CA4}" type="parTrans" cxnId="{354BD856-174F-DB42-AF2C-DA1872855497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C1BF535-EA9E-804A-8ACE-D3C0A34C8181}" type="sibTrans" cxnId="{354BD856-174F-DB42-AF2C-DA1872855497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0D2B994-85D4-9544-A293-144F4A23877E}">
      <dgm:prSet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 anchor="ctr"/>
        <a:lstStyle/>
        <a:p>
          <a:pPr algn="l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Standard Error: ±€150M</a:t>
          </a:r>
        </a:p>
      </dgm:t>
    </dgm:pt>
    <dgm:pt modelId="{1A0F5200-40E8-F94A-9270-5B124BECCBEE}" type="parTrans" cxnId="{CE3FB939-22B1-4049-9CBC-729F8F8E411B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8DD199F-24D2-C64D-91D2-8FCFDF1D5E16}" type="sibTrans" cxnId="{CE3FB939-22B1-4049-9CBC-729F8F8E411B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7E8BED2-3DF5-B940-B0BB-6228DCDC2385}">
      <dgm:prSet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 anchor="ctr"/>
        <a:lstStyle/>
        <a:p>
          <a:pPr algn="l"/>
          <a:r>
            <a:rPr lang="en-US" b="0" i="0" dirty="0">
              <a:latin typeface="Calibri" panose="020F0502020204030204" pitchFamily="34" charset="0"/>
              <a:cs typeface="Calibri" panose="020F0502020204030204" pitchFamily="34" charset="0"/>
            </a:rPr>
            <a:t>Sample size: 7 quarters</a:t>
          </a:r>
        </a:p>
      </dgm:t>
    </dgm:pt>
    <dgm:pt modelId="{B1C7FE37-0BBC-F24E-9DF2-477F5FAA4EB4}" type="parTrans" cxnId="{1332964C-C69B-5D42-9435-575EEAB1B4F8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237BEB2-9EC9-6B43-B29A-C84A7CAE715D}" type="sibTrans" cxnId="{1332964C-C69B-5D42-9435-575EEAB1B4F8}">
      <dgm:prSet/>
      <dgm:spPr/>
      <dgm:t>
        <a:bodyPr/>
        <a:lstStyle/>
        <a:p>
          <a:endParaRPr lang="en-GB" b="0" i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DF574F1-FB4C-4A45-A077-D08A59B0BD4E}" type="pres">
      <dgm:prSet presAssocID="{085437EF-7E1B-5C41-A354-213ED2110AB8}" presName="Name0" presStyleCnt="0">
        <dgm:presLayoutVars>
          <dgm:dir/>
          <dgm:animLvl val="lvl"/>
          <dgm:resizeHandles val="exact"/>
        </dgm:presLayoutVars>
      </dgm:prSet>
      <dgm:spPr/>
    </dgm:pt>
    <dgm:pt modelId="{98FCF2BE-66C8-D94F-89BF-670A5AF4CC37}" type="pres">
      <dgm:prSet presAssocID="{00AFECC5-F17E-7140-95EA-AAAA25D95EF7}" presName="composite" presStyleCnt="0"/>
      <dgm:spPr/>
    </dgm:pt>
    <dgm:pt modelId="{05293F31-5E9C-BF4D-85B3-A15EF464423F}" type="pres">
      <dgm:prSet presAssocID="{00AFECC5-F17E-7140-95EA-AAAA25D95EF7}" presName="parTx" presStyleLbl="alignNode1" presStyleIdx="0" presStyleCnt="4" custLinFactNeighborX="-35484" custLinFactNeighborY="31564">
        <dgm:presLayoutVars>
          <dgm:chMax val="0"/>
          <dgm:chPref val="0"/>
          <dgm:bulletEnabled val="1"/>
        </dgm:presLayoutVars>
      </dgm:prSet>
      <dgm:spPr/>
    </dgm:pt>
    <dgm:pt modelId="{C3336BE0-2BF6-1348-8D56-AA996C9C1B8E}" type="pres">
      <dgm:prSet presAssocID="{00AFECC5-F17E-7140-95EA-AAAA25D95EF7}" presName="desTx" presStyleLbl="alignAccFollowNode1" presStyleIdx="0" presStyleCnt="4" custLinFactNeighborX="-166" custLinFactNeighborY="15123">
        <dgm:presLayoutVars>
          <dgm:bulletEnabled val="1"/>
        </dgm:presLayoutVars>
      </dgm:prSet>
      <dgm:spPr/>
    </dgm:pt>
    <dgm:pt modelId="{A552F064-E4BC-D44F-8026-AD890EE97987}" type="pres">
      <dgm:prSet presAssocID="{F9995CB6-F023-2E43-9470-366D8AAD4E37}" presName="space" presStyleCnt="0"/>
      <dgm:spPr/>
    </dgm:pt>
    <dgm:pt modelId="{6D5E3E92-FD08-0449-B942-4838C1A7C6FA}" type="pres">
      <dgm:prSet presAssocID="{0508CE75-85D1-1A49-9B01-8B180A5D86ED}" presName="composite" presStyleCnt="0"/>
      <dgm:spPr/>
    </dgm:pt>
    <dgm:pt modelId="{2F789C3B-EA1B-8541-9380-B5963D4ECF66}" type="pres">
      <dgm:prSet presAssocID="{0508CE75-85D1-1A49-9B01-8B180A5D86ED}" presName="parTx" presStyleLbl="alignNode1" presStyleIdx="1" presStyleCnt="4" custLinFactX="8744" custLinFactNeighborX="100000" custLinFactNeighborY="31564">
        <dgm:presLayoutVars>
          <dgm:chMax val="0"/>
          <dgm:chPref val="0"/>
          <dgm:bulletEnabled val="1"/>
        </dgm:presLayoutVars>
      </dgm:prSet>
      <dgm:spPr/>
    </dgm:pt>
    <dgm:pt modelId="{F8D72640-E99B-FB46-A4EE-E73B8EADDA9F}" type="pres">
      <dgm:prSet presAssocID="{0508CE75-85D1-1A49-9B01-8B180A5D86ED}" presName="desTx" presStyleLbl="alignAccFollowNode1" presStyleIdx="1" presStyleCnt="4" custLinFactX="9654" custLinFactNeighborX="100000" custLinFactNeighborY="15123">
        <dgm:presLayoutVars>
          <dgm:bulletEnabled val="1"/>
        </dgm:presLayoutVars>
      </dgm:prSet>
      <dgm:spPr/>
    </dgm:pt>
    <dgm:pt modelId="{CE7B9129-8779-A240-88D5-B31BF7A9C5EA}" type="pres">
      <dgm:prSet presAssocID="{78F8D878-5E25-D048-B2CB-028E9AD18FAE}" presName="space" presStyleCnt="0"/>
      <dgm:spPr/>
    </dgm:pt>
    <dgm:pt modelId="{0E4C25F2-A40B-A241-B4C9-E4F28EBD3D02}" type="pres">
      <dgm:prSet presAssocID="{0CDC23F1-8F08-F146-A82B-6626CE93207A}" presName="composite" presStyleCnt="0"/>
      <dgm:spPr/>
    </dgm:pt>
    <dgm:pt modelId="{A7ABFCF1-3CEF-2D4A-8532-F049388CDCC0}" type="pres">
      <dgm:prSet presAssocID="{0CDC23F1-8F08-F146-A82B-6626CE93207A}" presName="parTx" presStyleLbl="alignNode1" presStyleIdx="2" presStyleCnt="4" custLinFactX="-16281" custLinFactNeighborX="-100000" custLinFactNeighborY="31564">
        <dgm:presLayoutVars>
          <dgm:chMax val="0"/>
          <dgm:chPref val="0"/>
          <dgm:bulletEnabled val="1"/>
        </dgm:presLayoutVars>
      </dgm:prSet>
      <dgm:spPr/>
    </dgm:pt>
    <dgm:pt modelId="{582EF20B-C7C9-1449-9DB5-43699EF8C9FF}" type="pres">
      <dgm:prSet presAssocID="{0CDC23F1-8F08-F146-A82B-6626CE93207A}" presName="desTx" presStyleLbl="alignAccFollowNode1" presStyleIdx="2" presStyleCnt="4" custLinFactX="-16281" custLinFactNeighborX="-100000" custLinFactNeighborY="15123">
        <dgm:presLayoutVars>
          <dgm:bulletEnabled val="1"/>
        </dgm:presLayoutVars>
      </dgm:prSet>
      <dgm:spPr/>
    </dgm:pt>
    <dgm:pt modelId="{4992D17A-F5DF-244B-B065-5ADAA48DBD90}" type="pres">
      <dgm:prSet presAssocID="{50F3DC76-79FC-1B42-91EB-DE4558A73BD7}" presName="space" presStyleCnt="0"/>
      <dgm:spPr/>
    </dgm:pt>
    <dgm:pt modelId="{C8FFBF40-4E22-EA4A-8CA3-84A0D9A23501}" type="pres">
      <dgm:prSet presAssocID="{02E9019D-1C77-4240-9C2F-CA21BB58A518}" presName="composite" presStyleCnt="0"/>
      <dgm:spPr/>
    </dgm:pt>
    <dgm:pt modelId="{892BBA52-E99E-E74B-BE40-5EC0F3160634}" type="pres">
      <dgm:prSet presAssocID="{02E9019D-1C77-4240-9C2F-CA21BB58A518}" presName="parTx" presStyleLbl="alignNode1" presStyleIdx="3" presStyleCnt="4" custLinFactNeighborX="-7264" custLinFactNeighborY="31564">
        <dgm:presLayoutVars>
          <dgm:chMax val="0"/>
          <dgm:chPref val="0"/>
          <dgm:bulletEnabled val="1"/>
        </dgm:presLayoutVars>
      </dgm:prSet>
      <dgm:spPr/>
    </dgm:pt>
    <dgm:pt modelId="{08440CD9-77BC-0F4B-83DE-11FC4E0516E9}" type="pres">
      <dgm:prSet presAssocID="{02E9019D-1C77-4240-9C2F-CA21BB58A518}" presName="desTx" presStyleLbl="alignAccFollowNode1" presStyleIdx="3" presStyleCnt="4" custLinFactNeighborX="-7264" custLinFactNeighborY="15123">
        <dgm:presLayoutVars>
          <dgm:bulletEnabled val="1"/>
        </dgm:presLayoutVars>
      </dgm:prSet>
      <dgm:spPr/>
    </dgm:pt>
  </dgm:ptLst>
  <dgm:cxnLst>
    <dgm:cxn modelId="{02ED9E05-4FF9-944C-9979-D7A5BA72B91A}" srcId="{00AFECC5-F17E-7140-95EA-AAAA25D95EF7}" destId="{9934CCD1-7DBA-7441-B888-796A7AE16009}" srcOrd="2" destOrd="0" parTransId="{4A37A00D-13FE-C948-949D-3E23F407BDBC}" sibTransId="{A42EDBD9-4C95-E64C-947E-1A74B83C611F}"/>
    <dgm:cxn modelId="{256CDF0D-5CF7-DA4C-8CA6-0368C95FB2D4}" type="presOf" srcId="{0CDC23F1-8F08-F146-A82B-6626CE93207A}" destId="{A7ABFCF1-3CEF-2D4A-8532-F049388CDCC0}" srcOrd="0" destOrd="0" presId="urn:microsoft.com/office/officeart/2005/8/layout/hList1"/>
    <dgm:cxn modelId="{452F7919-A391-4E40-8F46-9FFCE1A4BDC7}" type="presOf" srcId="{EC4253C0-DC6D-8F4B-8DB8-E795368F0FA6}" destId="{582EF20B-C7C9-1449-9DB5-43699EF8C9FF}" srcOrd="0" destOrd="1" presId="urn:microsoft.com/office/officeart/2005/8/layout/hList1"/>
    <dgm:cxn modelId="{34E8B929-B3E0-DA4C-ACF5-0FFE46ED4586}" type="presOf" srcId="{7E76CA7D-DADB-6741-95DE-ADEE88465E08}" destId="{F8D72640-E99B-FB46-A4EE-E73B8EADDA9F}" srcOrd="0" destOrd="0" presId="urn:microsoft.com/office/officeart/2005/8/layout/hList1"/>
    <dgm:cxn modelId="{F4EDAF2B-BD94-DE42-BCCA-BE530271A6C8}" type="presOf" srcId="{CBEAF7FC-766B-134D-99F5-DF6D352C82CD}" destId="{F8D72640-E99B-FB46-A4EE-E73B8EADDA9F}" srcOrd="0" destOrd="2" presId="urn:microsoft.com/office/officeart/2005/8/layout/hList1"/>
    <dgm:cxn modelId="{BA04652E-99F3-4243-AF8E-1690117D9168}" type="presOf" srcId="{45D1D95D-E5F9-3C48-ADE6-956624F491B3}" destId="{C3336BE0-2BF6-1348-8D56-AA996C9C1B8E}" srcOrd="0" destOrd="0" presId="urn:microsoft.com/office/officeart/2005/8/layout/hList1"/>
    <dgm:cxn modelId="{CE3FB939-22B1-4049-9CBC-729F8F8E411B}" srcId="{02E9019D-1C77-4240-9C2F-CA21BB58A518}" destId="{70D2B994-85D4-9544-A293-144F4A23877E}" srcOrd="1" destOrd="0" parTransId="{1A0F5200-40E8-F94A-9270-5B124BECCBEE}" sibTransId="{48DD199F-24D2-C64D-91D2-8FCFDF1D5E16}"/>
    <dgm:cxn modelId="{61390440-A7D4-AE41-99AE-B518BD0D0153}" srcId="{0CDC23F1-8F08-F146-A82B-6626CE93207A}" destId="{8940C52B-67CD-7F46-8757-12895CCCEBCE}" srcOrd="2" destOrd="0" parTransId="{408776F4-3A39-F749-BC17-5FEF9F25F011}" sibTransId="{3170C2CF-0D31-AE49-88AB-F938E486FF83}"/>
    <dgm:cxn modelId="{1332964C-C69B-5D42-9435-575EEAB1B4F8}" srcId="{02E9019D-1C77-4240-9C2F-CA21BB58A518}" destId="{F7E8BED2-3DF5-B940-B0BB-6228DCDC2385}" srcOrd="2" destOrd="0" parTransId="{B1C7FE37-0BBC-F24E-9DF2-477F5FAA4EB4}" sibTransId="{A237BEB2-9EC9-6B43-B29A-C84A7CAE715D}"/>
    <dgm:cxn modelId="{59D9E153-8850-8E4C-819E-8660C30D1334}" type="presOf" srcId="{F7E8BED2-3DF5-B940-B0BB-6228DCDC2385}" destId="{08440CD9-77BC-0F4B-83DE-11FC4E0516E9}" srcOrd="0" destOrd="2" presId="urn:microsoft.com/office/officeart/2005/8/layout/hList1"/>
    <dgm:cxn modelId="{354BD856-174F-DB42-AF2C-DA1872855497}" srcId="{02E9019D-1C77-4240-9C2F-CA21BB58A518}" destId="{F8817AB0-21A6-FC4D-AABB-8B8A90010CB6}" srcOrd="0" destOrd="0" parTransId="{79FC5089-CA9E-C241-8ABB-8E5BFDF02CA4}" sibTransId="{AC1BF535-EA9E-804A-8ACE-D3C0A34C8181}"/>
    <dgm:cxn modelId="{4B3B0A68-67E8-664A-96F0-829E0F424F0D}" type="presOf" srcId="{70D2B994-85D4-9544-A293-144F4A23877E}" destId="{08440CD9-77BC-0F4B-83DE-11FC4E0516E9}" srcOrd="0" destOrd="1" presId="urn:microsoft.com/office/officeart/2005/8/layout/hList1"/>
    <dgm:cxn modelId="{FF2C9072-7B13-2940-ABDC-F430EFDF8A91}" srcId="{00AFECC5-F17E-7140-95EA-AAAA25D95EF7}" destId="{90951F0B-E67A-AB41-9170-8FDBBC12613A}" srcOrd="1" destOrd="0" parTransId="{36EE6E72-4090-7D40-870C-39EEDE51DAD5}" sibTransId="{04D01E77-B742-4C45-9D70-3EF06F9F8083}"/>
    <dgm:cxn modelId="{29248475-8626-C14F-9535-AAADA4F11C7A}" srcId="{0CDC23F1-8F08-F146-A82B-6626CE93207A}" destId="{EC4253C0-DC6D-8F4B-8DB8-E795368F0FA6}" srcOrd="1" destOrd="0" parTransId="{3EF8AD68-2DFA-9843-9F86-A34D0DCE4326}" sibTransId="{C66E42E5-C2D5-6949-8B62-9FF96A3215EC}"/>
    <dgm:cxn modelId="{477B6276-6919-D644-B846-D1A4045F18B6}" srcId="{0508CE75-85D1-1A49-9B01-8B180A5D86ED}" destId="{3BEE2BF1-4C1D-5446-8572-DD913B49CFD9}" srcOrd="1" destOrd="0" parTransId="{4547A8CE-4356-D945-846B-8D075794C23D}" sibTransId="{9652C951-4309-8741-9EAF-78C38C47DAE9}"/>
    <dgm:cxn modelId="{47783580-5A47-194D-851C-ACDC26557E67}" type="presOf" srcId="{3BEE2BF1-4C1D-5446-8572-DD913B49CFD9}" destId="{F8D72640-E99B-FB46-A4EE-E73B8EADDA9F}" srcOrd="0" destOrd="1" presId="urn:microsoft.com/office/officeart/2005/8/layout/hList1"/>
    <dgm:cxn modelId="{1A6F9B84-E274-E340-9A1C-5C165573940D}" srcId="{085437EF-7E1B-5C41-A354-213ED2110AB8}" destId="{00AFECC5-F17E-7140-95EA-AAAA25D95EF7}" srcOrd="0" destOrd="0" parTransId="{613645B0-96EC-D14F-8EB6-810A525C0DC1}" sibTransId="{F9995CB6-F023-2E43-9470-366D8AAD4E37}"/>
    <dgm:cxn modelId="{70BCD388-4E81-324B-BD4B-8965F0427DDA}" srcId="{085437EF-7E1B-5C41-A354-213ED2110AB8}" destId="{0CDC23F1-8F08-F146-A82B-6626CE93207A}" srcOrd="2" destOrd="0" parTransId="{B049688F-FD5F-EF43-BF4E-58E3F7A70627}" sibTransId="{50F3DC76-79FC-1B42-91EB-DE4558A73BD7}"/>
    <dgm:cxn modelId="{2C3AAC97-0A27-3648-996B-59EB107DD387}" srcId="{085437EF-7E1B-5C41-A354-213ED2110AB8}" destId="{02E9019D-1C77-4240-9C2F-CA21BB58A518}" srcOrd="3" destOrd="0" parTransId="{80F0F390-9AC4-3F4B-A499-53D96206630B}" sibTransId="{EB397B74-D772-294E-9B3A-D72E5D981BA9}"/>
    <dgm:cxn modelId="{5F1EEA97-3BB2-C845-9EEA-C162394724F8}" srcId="{0508CE75-85D1-1A49-9B01-8B180A5D86ED}" destId="{7E76CA7D-DADB-6741-95DE-ADEE88465E08}" srcOrd="0" destOrd="0" parTransId="{9368934B-281B-0049-B3E1-EE9560CE8EE7}" sibTransId="{43ECF0A7-8782-8243-AEB0-4B7E2549AB31}"/>
    <dgm:cxn modelId="{4965559B-5ED8-8548-9EA3-7884D1708A9E}" type="presOf" srcId="{00AFECC5-F17E-7140-95EA-AAAA25D95EF7}" destId="{05293F31-5E9C-BF4D-85B3-A15EF464423F}" srcOrd="0" destOrd="0" presId="urn:microsoft.com/office/officeart/2005/8/layout/hList1"/>
    <dgm:cxn modelId="{5762F79C-E619-B84E-9FF2-01D4FBB49804}" type="presOf" srcId="{8940C52B-67CD-7F46-8757-12895CCCEBCE}" destId="{582EF20B-C7C9-1449-9DB5-43699EF8C9FF}" srcOrd="0" destOrd="2" presId="urn:microsoft.com/office/officeart/2005/8/layout/hList1"/>
    <dgm:cxn modelId="{64E72BA0-AD46-784C-B251-81833ABEF39F}" type="presOf" srcId="{085437EF-7E1B-5C41-A354-213ED2110AB8}" destId="{9DF574F1-FB4C-4A45-A077-D08A59B0BD4E}" srcOrd="0" destOrd="0" presId="urn:microsoft.com/office/officeart/2005/8/layout/hList1"/>
    <dgm:cxn modelId="{9613FBA8-F162-744A-805A-AB439BA93F2F}" srcId="{00AFECC5-F17E-7140-95EA-AAAA25D95EF7}" destId="{45D1D95D-E5F9-3C48-ADE6-956624F491B3}" srcOrd="0" destOrd="0" parTransId="{A93A28F6-627E-6340-86FF-3C6752B588B8}" sibTransId="{F70A93C1-805E-2444-8A5C-55D389006AFE}"/>
    <dgm:cxn modelId="{353AC8AE-5E78-8F47-B445-C524D4C20102}" srcId="{085437EF-7E1B-5C41-A354-213ED2110AB8}" destId="{0508CE75-85D1-1A49-9B01-8B180A5D86ED}" srcOrd="1" destOrd="0" parTransId="{76F10003-D153-9A46-967E-7BE65763B859}" sibTransId="{78F8D878-5E25-D048-B2CB-028E9AD18FAE}"/>
    <dgm:cxn modelId="{712B0EB4-535C-F24C-B502-C2BCA8E810BE}" srcId="{0508CE75-85D1-1A49-9B01-8B180A5D86ED}" destId="{CBEAF7FC-766B-134D-99F5-DF6D352C82CD}" srcOrd="2" destOrd="0" parTransId="{C9B9F54E-6F77-FF4C-9CDA-E0051B9CDFAC}" sibTransId="{E0275B53-260F-6640-A292-B7620553A5DA}"/>
    <dgm:cxn modelId="{7EFB3ABB-6780-EE46-AF54-D46097305F90}" type="presOf" srcId="{F8817AB0-21A6-FC4D-AABB-8B8A90010CB6}" destId="{08440CD9-77BC-0F4B-83DE-11FC4E0516E9}" srcOrd="0" destOrd="0" presId="urn:microsoft.com/office/officeart/2005/8/layout/hList1"/>
    <dgm:cxn modelId="{061174C1-0499-8649-BBCC-FBAE9BD701C8}" type="presOf" srcId="{BD4F93A6-AC5A-DF4D-8CB6-36205F9B2CC1}" destId="{582EF20B-C7C9-1449-9DB5-43699EF8C9FF}" srcOrd="0" destOrd="0" presId="urn:microsoft.com/office/officeart/2005/8/layout/hList1"/>
    <dgm:cxn modelId="{A2FE99C6-CA3E-9741-9A58-19AE235D372D}" srcId="{0CDC23F1-8F08-F146-A82B-6626CE93207A}" destId="{BD4F93A6-AC5A-DF4D-8CB6-36205F9B2CC1}" srcOrd="0" destOrd="0" parTransId="{67C1792A-A18A-2F48-A208-43C568DA34BD}" sibTransId="{18032A0A-89B9-4E4F-BCEC-846CB6BB44EF}"/>
    <dgm:cxn modelId="{ACE56DC7-A123-D84E-A6E6-DCF21EA9F49D}" type="presOf" srcId="{02E9019D-1C77-4240-9C2F-CA21BB58A518}" destId="{892BBA52-E99E-E74B-BE40-5EC0F3160634}" srcOrd="0" destOrd="0" presId="urn:microsoft.com/office/officeart/2005/8/layout/hList1"/>
    <dgm:cxn modelId="{1A3E97CF-EA76-A146-B8FB-B970D924151E}" type="presOf" srcId="{0508CE75-85D1-1A49-9B01-8B180A5D86ED}" destId="{2F789C3B-EA1B-8541-9380-B5963D4ECF66}" srcOrd="0" destOrd="0" presId="urn:microsoft.com/office/officeart/2005/8/layout/hList1"/>
    <dgm:cxn modelId="{8CD397D0-F23D-C24D-AD36-78E48D13D4F8}" type="presOf" srcId="{9934CCD1-7DBA-7441-B888-796A7AE16009}" destId="{C3336BE0-2BF6-1348-8D56-AA996C9C1B8E}" srcOrd="0" destOrd="2" presId="urn:microsoft.com/office/officeart/2005/8/layout/hList1"/>
    <dgm:cxn modelId="{E1CD82E9-0AF8-A646-895F-35D7F30A0E9C}" type="presOf" srcId="{90951F0B-E67A-AB41-9170-8FDBBC12613A}" destId="{C3336BE0-2BF6-1348-8D56-AA996C9C1B8E}" srcOrd="0" destOrd="1" presId="urn:microsoft.com/office/officeart/2005/8/layout/hList1"/>
    <dgm:cxn modelId="{847574C1-EC1D-D249-979E-2849980F0137}" type="presParOf" srcId="{9DF574F1-FB4C-4A45-A077-D08A59B0BD4E}" destId="{98FCF2BE-66C8-D94F-89BF-670A5AF4CC37}" srcOrd="0" destOrd="0" presId="urn:microsoft.com/office/officeart/2005/8/layout/hList1"/>
    <dgm:cxn modelId="{469AA8DD-E545-B242-8EF9-FC51064E3C81}" type="presParOf" srcId="{98FCF2BE-66C8-D94F-89BF-670A5AF4CC37}" destId="{05293F31-5E9C-BF4D-85B3-A15EF464423F}" srcOrd="0" destOrd="0" presId="urn:microsoft.com/office/officeart/2005/8/layout/hList1"/>
    <dgm:cxn modelId="{0D9534FF-667D-304C-9A1D-28FC91B94D8A}" type="presParOf" srcId="{98FCF2BE-66C8-D94F-89BF-670A5AF4CC37}" destId="{C3336BE0-2BF6-1348-8D56-AA996C9C1B8E}" srcOrd="1" destOrd="0" presId="urn:microsoft.com/office/officeart/2005/8/layout/hList1"/>
    <dgm:cxn modelId="{F6AC8562-5B88-6849-B65A-ADC5AF2F6744}" type="presParOf" srcId="{9DF574F1-FB4C-4A45-A077-D08A59B0BD4E}" destId="{A552F064-E4BC-D44F-8026-AD890EE97987}" srcOrd="1" destOrd="0" presId="urn:microsoft.com/office/officeart/2005/8/layout/hList1"/>
    <dgm:cxn modelId="{690C0F64-0741-4B41-BCE8-87BEDD0A9EDD}" type="presParOf" srcId="{9DF574F1-FB4C-4A45-A077-D08A59B0BD4E}" destId="{6D5E3E92-FD08-0449-B942-4838C1A7C6FA}" srcOrd="2" destOrd="0" presId="urn:microsoft.com/office/officeart/2005/8/layout/hList1"/>
    <dgm:cxn modelId="{4D5689EC-B3FE-9444-8CFB-CF77F1F03F5F}" type="presParOf" srcId="{6D5E3E92-FD08-0449-B942-4838C1A7C6FA}" destId="{2F789C3B-EA1B-8541-9380-B5963D4ECF66}" srcOrd="0" destOrd="0" presId="urn:microsoft.com/office/officeart/2005/8/layout/hList1"/>
    <dgm:cxn modelId="{4497D0CA-BB35-3042-8D1F-7A5954463DDF}" type="presParOf" srcId="{6D5E3E92-FD08-0449-B942-4838C1A7C6FA}" destId="{F8D72640-E99B-FB46-A4EE-E73B8EADDA9F}" srcOrd="1" destOrd="0" presId="urn:microsoft.com/office/officeart/2005/8/layout/hList1"/>
    <dgm:cxn modelId="{24FF658B-DBA2-7240-B09F-EBB48FB8AA24}" type="presParOf" srcId="{9DF574F1-FB4C-4A45-A077-D08A59B0BD4E}" destId="{CE7B9129-8779-A240-88D5-B31BF7A9C5EA}" srcOrd="3" destOrd="0" presId="urn:microsoft.com/office/officeart/2005/8/layout/hList1"/>
    <dgm:cxn modelId="{448E6D36-051F-AF4F-A144-F356825A8E64}" type="presParOf" srcId="{9DF574F1-FB4C-4A45-A077-D08A59B0BD4E}" destId="{0E4C25F2-A40B-A241-B4C9-E4F28EBD3D02}" srcOrd="4" destOrd="0" presId="urn:microsoft.com/office/officeart/2005/8/layout/hList1"/>
    <dgm:cxn modelId="{E4FBFFD7-7E42-EC4C-B05D-D07367ADF9C2}" type="presParOf" srcId="{0E4C25F2-A40B-A241-B4C9-E4F28EBD3D02}" destId="{A7ABFCF1-3CEF-2D4A-8532-F049388CDCC0}" srcOrd="0" destOrd="0" presId="urn:microsoft.com/office/officeart/2005/8/layout/hList1"/>
    <dgm:cxn modelId="{FB3E3718-BE7A-0244-93C3-EB85D3B21DBB}" type="presParOf" srcId="{0E4C25F2-A40B-A241-B4C9-E4F28EBD3D02}" destId="{582EF20B-C7C9-1449-9DB5-43699EF8C9FF}" srcOrd="1" destOrd="0" presId="urn:microsoft.com/office/officeart/2005/8/layout/hList1"/>
    <dgm:cxn modelId="{15F59C99-E615-5746-A4D0-A1F40037B6F8}" type="presParOf" srcId="{9DF574F1-FB4C-4A45-A077-D08A59B0BD4E}" destId="{4992D17A-F5DF-244B-B065-5ADAA48DBD90}" srcOrd="5" destOrd="0" presId="urn:microsoft.com/office/officeart/2005/8/layout/hList1"/>
    <dgm:cxn modelId="{6229067F-1BB8-1646-85E9-339EAA228637}" type="presParOf" srcId="{9DF574F1-FB4C-4A45-A077-D08A59B0BD4E}" destId="{C8FFBF40-4E22-EA4A-8CA3-84A0D9A23501}" srcOrd="6" destOrd="0" presId="urn:microsoft.com/office/officeart/2005/8/layout/hList1"/>
    <dgm:cxn modelId="{3EDCC81C-0F00-A54B-96CD-56961F0F6697}" type="presParOf" srcId="{C8FFBF40-4E22-EA4A-8CA3-84A0D9A23501}" destId="{892BBA52-E99E-E74B-BE40-5EC0F3160634}" srcOrd="0" destOrd="0" presId="urn:microsoft.com/office/officeart/2005/8/layout/hList1"/>
    <dgm:cxn modelId="{60B351D9-D437-5D4E-8CEF-010DC2C48930}" type="presParOf" srcId="{C8FFBF40-4E22-EA4A-8CA3-84A0D9A23501}" destId="{08440CD9-77BC-0F4B-83DE-11FC4E0516E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A85F9A3-6025-7042-ADAD-C1F07E9B760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07FEDB9-4308-0A49-ABE2-FFF94B053647}">
      <dgm:prSet custT="1"/>
      <dgm:spPr>
        <a:ln w="31750"/>
      </dgm:spPr>
      <dgm:t>
        <a:bodyPr/>
        <a:lstStyle/>
        <a:p>
          <a:pPr algn="ctr"/>
          <a:r>
            <a:rPr lang="en-US" sz="2400" b="1" i="0" dirty="0">
              <a:latin typeface="Calibri" panose="020F0502020204030204" pitchFamily="34" charset="0"/>
              <a:cs typeface="Calibri" panose="020F0502020204030204" pitchFamily="34" charset="0"/>
            </a:rPr>
            <a:t>Profitability Improvement: Margin Expansion Through Cloud Mix</a:t>
          </a:r>
          <a:endParaRPr lang="en-GB" sz="2400" b="1" i="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50B587D-65B6-0C47-9F7F-77FD628C6D85}" type="parTrans" cxnId="{E540E0F7-ACEB-234A-9FBF-CC24D47BE101}">
      <dgm:prSet/>
      <dgm:spPr/>
      <dgm:t>
        <a:bodyPr/>
        <a:lstStyle/>
        <a:p>
          <a:endParaRPr lang="en-GB"/>
        </a:p>
      </dgm:t>
    </dgm:pt>
    <dgm:pt modelId="{345706F3-F710-6D49-AAAB-F59044F67EE8}" type="sibTrans" cxnId="{E540E0F7-ACEB-234A-9FBF-CC24D47BE101}">
      <dgm:prSet/>
      <dgm:spPr/>
      <dgm:t>
        <a:bodyPr/>
        <a:lstStyle/>
        <a:p>
          <a:endParaRPr lang="en-GB"/>
        </a:p>
      </dgm:t>
    </dgm:pt>
    <dgm:pt modelId="{F9C4A42F-5158-C14A-96E4-0C775D20CEE4}" type="pres">
      <dgm:prSet presAssocID="{2A85F9A3-6025-7042-ADAD-C1F07E9B7604}" presName="linear" presStyleCnt="0">
        <dgm:presLayoutVars>
          <dgm:animLvl val="lvl"/>
          <dgm:resizeHandles val="exact"/>
        </dgm:presLayoutVars>
      </dgm:prSet>
      <dgm:spPr/>
    </dgm:pt>
    <dgm:pt modelId="{A181AEF0-0EA0-7947-8AD1-7D28D44EC52B}" type="pres">
      <dgm:prSet presAssocID="{207FEDB9-4308-0A49-ABE2-FFF94B053647}" presName="parentText" presStyleLbl="node1" presStyleIdx="0" presStyleCnt="1" custLinFactNeighborY="-40882">
        <dgm:presLayoutVars>
          <dgm:chMax val="0"/>
          <dgm:bulletEnabled val="1"/>
        </dgm:presLayoutVars>
      </dgm:prSet>
      <dgm:spPr/>
    </dgm:pt>
  </dgm:ptLst>
  <dgm:cxnLst>
    <dgm:cxn modelId="{7C5E1F46-3AF3-1E49-9604-97BE253EA969}" type="presOf" srcId="{207FEDB9-4308-0A49-ABE2-FFF94B053647}" destId="{A181AEF0-0EA0-7947-8AD1-7D28D44EC52B}" srcOrd="0" destOrd="0" presId="urn:microsoft.com/office/officeart/2005/8/layout/vList2"/>
    <dgm:cxn modelId="{07FAADD5-D698-414A-AC82-83BBBC1C3C7C}" type="presOf" srcId="{2A85F9A3-6025-7042-ADAD-C1F07E9B7604}" destId="{F9C4A42F-5158-C14A-96E4-0C775D20CEE4}" srcOrd="0" destOrd="0" presId="urn:microsoft.com/office/officeart/2005/8/layout/vList2"/>
    <dgm:cxn modelId="{E540E0F7-ACEB-234A-9FBF-CC24D47BE101}" srcId="{2A85F9A3-6025-7042-ADAD-C1F07E9B7604}" destId="{207FEDB9-4308-0A49-ABE2-FFF94B053647}" srcOrd="0" destOrd="0" parTransId="{B50B587D-65B6-0C47-9F7F-77FD628C6D85}" sibTransId="{345706F3-F710-6D49-AAAB-F59044F67EE8}"/>
    <dgm:cxn modelId="{962DA628-341C-4347-BADF-02461841303B}" type="presParOf" srcId="{F9C4A42F-5158-C14A-96E4-0C775D20CEE4}" destId="{A181AEF0-0EA0-7947-8AD1-7D28D44EC52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6F2577E-38A8-45DE-AE56-2DA84AD69DD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FF6931-CB68-4C8B-B8BA-AF725F9AFC2E}">
      <dgm:prSet custT="1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>
        <a:gradFill rotWithShape="0">
          <a:gsLst>
            <a:gs pos="0">
              <a:schemeClr val="tx2">
                <a:lumMod val="50000"/>
                <a:lumOff val="5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solidFill>
            <a:srgbClr val="002060"/>
          </a:solidFill>
        </a:ln>
        <a:effectLst>
          <a:glow rad="240099">
            <a:schemeClr val="accent1">
              <a:alpha val="40000"/>
            </a:schemeClr>
          </a:glow>
        </a:effectLst>
      </dgm:spPr>
      <dgm:t>
        <a:bodyPr/>
        <a:lstStyle/>
        <a:p>
          <a:pPr algn="ctr"/>
          <a:r>
            <a:rPr lang="en-US" sz="1600" b="1" i="0" dirty="0">
              <a:latin typeface="Calibri" panose="020F0502020204030204" pitchFamily="34" charset="0"/>
              <a:cs typeface="Calibri" panose="020F0502020204030204" pitchFamily="34" charset="0"/>
            </a:rPr>
            <a:t>💡 KEY INSIGHT: Operating Leverage in Action</a:t>
          </a:r>
        </a:p>
      </dgm:t>
    </dgm:pt>
    <dgm:pt modelId="{53DB87A1-FE88-4EE7-B76B-A8DD917C14EC}" type="parTrans" cxnId="{8CB99282-95E0-47F8-8B02-FBF9679DB338}">
      <dgm:prSet/>
      <dgm:spPr/>
      <dgm:t>
        <a:bodyPr/>
        <a:lstStyle/>
        <a:p>
          <a:endParaRPr lang="en-US"/>
        </a:p>
      </dgm:t>
    </dgm:pt>
    <dgm:pt modelId="{1A855825-C7AF-4934-BE46-751D39D6DC39}" type="sibTrans" cxnId="{8CB99282-95E0-47F8-8B02-FBF9679DB338}">
      <dgm:prSet/>
      <dgm:spPr/>
      <dgm:t>
        <a:bodyPr/>
        <a:lstStyle/>
        <a:p>
          <a:endParaRPr lang="en-US"/>
        </a:p>
      </dgm:t>
    </dgm:pt>
    <dgm:pt modelId="{B37DF1BD-5A8C-40AB-A315-8CDB1C349C9D}">
      <dgm:prSet custT="1"/>
      <dgm:spPr>
        <a:solidFill>
          <a:schemeClr val="tx2">
            <a:lumMod val="10000"/>
            <a:lumOff val="90000"/>
          </a:schemeClr>
        </a:solidFill>
        <a:ln>
          <a:solidFill>
            <a:srgbClr val="0070C0"/>
          </a:solidFill>
        </a:ln>
      </dgm:spPr>
      <dgm:t>
        <a:bodyPr/>
        <a:lstStyle/>
        <a:p>
          <a:pPr algn="just"/>
          <a:r>
            <a:rPr lang="en-US" sz="1200" b="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For every 1 percentage point increase in cloud mix, operating  margin improved by approximately 0.98 percentage points.</a:t>
          </a:r>
        </a:p>
        <a:p>
          <a:pPr algn="just"/>
          <a:r>
            <a:rPr lang="en-US" sz="1200" b="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Calculation: 9.2pp margin improvement ÷ 9.4pp cloud mix increase = 0.98</a:t>
          </a:r>
        </a:p>
      </dgm:t>
    </dgm:pt>
    <dgm:pt modelId="{929894F0-0163-4805-AFE9-49884DCA00B5}" type="parTrans" cxnId="{231AF85B-9505-4481-9018-5498937D4816}">
      <dgm:prSet/>
      <dgm:spPr/>
      <dgm:t>
        <a:bodyPr/>
        <a:lstStyle/>
        <a:p>
          <a:endParaRPr lang="en-US"/>
        </a:p>
      </dgm:t>
    </dgm:pt>
    <dgm:pt modelId="{56D23F62-77F0-4C03-8DDA-A4C48378C848}" type="sibTrans" cxnId="{231AF85B-9505-4481-9018-5498937D4816}">
      <dgm:prSet/>
      <dgm:spPr/>
      <dgm:t>
        <a:bodyPr/>
        <a:lstStyle/>
        <a:p>
          <a:endParaRPr lang="en-US"/>
        </a:p>
      </dgm:t>
    </dgm:pt>
    <dgm:pt modelId="{CE964B4B-17A9-1D4F-A218-EEC05DCA5D49}" type="pres">
      <dgm:prSet presAssocID="{86F2577E-38A8-45DE-AE56-2DA84AD69DDA}" presName="linear" presStyleCnt="0">
        <dgm:presLayoutVars>
          <dgm:animLvl val="lvl"/>
          <dgm:resizeHandles val="exact"/>
        </dgm:presLayoutVars>
      </dgm:prSet>
      <dgm:spPr/>
    </dgm:pt>
    <dgm:pt modelId="{9AC97C1C-2CCC-4643-8FF5-4D922B66315D}" type="pres">
      <dgm:prSet presAssocID="{26FF6931-CB68-4C8B-B8BA-AF725F9AFC2E}" presName="parentText" presStyleLbl="node1" presStyleIdx="0" presStyleCnt="2" custScaleY="47259" custLinFactY="2491" custLinFactNeighborY="100000">
        <dgm:presLayoutVars>
          <dgm:chMax val="0"/>
          <dgm:bulletEnabled val="1"/>
        </dgm:presLayoutVars>
      </dgm:prSet>
      <dgm:spPr/>
    </dgm:pt>
    <dgm:pt modelId="{8669301E-62A1-F448-89FF-2501096C037A}" type="pres">
      <dgm:prSet presAssocID="{1A855825-C7AF-4934-BE46-751D39D6DC39}" presName="spacer" presStyleCnt="0"/>
      <dgm:spPr/>
    </dgm:pt>
    <dgm:pt modelId="{BC37F171-734A-8B48-A202-9F5ECD321A00}" type="pres">
      <dgm:prSet presAssocID="{B37DF1BD-5A8C-40AB-A315-8CDB1C349C9D}" presName="parentText" presStyleLbl="node1" presStyleIdx="1" presStyleCnt="2" custScaleY="88409" custLinFactNeighborY="-1482">
        <dgm:presLayoutVars>
          <dgm:chMax val="0"/>
          <dgm:bulletEnabled val="1"/>
        </dgm:presLayoutVars>
      </dgm:prSet>
      <dgm:spPr/>
    </dgm:pt>
  </dgm:ptLst>
  <dgm:cxnLst>
    <dgm:cxn modelId="{618AA607-149A-A54C-82FA-01F891025422}" type="presOf" srcId="{86F2577E-38A8-45DE-AE56-2DA84AD69DDA}" destId="{CE964B4B-17A9-1D4F-A218-EEC05DCA5D49}" srcOrd="0" destOrd="0" presId="urn:microsoft.com/office/officeart/2005/8/layout/vList2"/>
    <dgm:cxn modelId="{231AF85B-9505-4481-9018-5498937D4816}" srcId="{86F2577E-38A8-45DE-AE56-2DA84AD69DDA}" destId="{B37DF1BD-5A8C-40AB-A315-8CDB1C349C9D}" srcOrd="1" destOrd="0" parTransId="{929894F0-0163-4805-AFE9-49884DCA00B5}" sibTransId="{56D23F62-77F0-4C03-8DDA-A4C48378C848}"/>
    <dgm:cxn modelId="{8CB99282-95E0-47F8-8B02-FBF9679DB338}" srcId="{86F2577E-38A8-45DE-AE56-2DA84AD69DDA}" destId="{26FF6931-CB68-4C8B-B8BA-AF725F9AFC2E}" srcOrd="0" destOrd="0" parTransId="{53DB87A1-FE88-4EE7-B76B-A8DD917C14EC}" sibTransId="{1A855825-C7AF-4934-BE46-751D39D6DC39}"/>
    <dgm:cxn modelId="{F6E87D91-D295-1C4B-8001-66527E04B51B}" type="presOf" srcId="{26FF6931-CB68-4C8B-B8BA-AF725F9AFC2E}" destId="{9AC97C1C-2CCC-4643-8FF5-4D922B66315D}" srcOrd="0" destOrd="0" presId="urn:microsoft.com/office/officeart/2005/8/layout/vList2"/>
    <dgm:cxn modelId="{A1976BBE-AFE8-6C4A-9F0E-359E8F5D9E98}" type="presOf" srcId="{B37DF1BD-5A8C-40AB-A315-8CDB1C349C9D}" destId="{BC37F171-734A-8B48-A202-9F5ECD321A00}" srcOrd="0" destOrd="0" presId="urn:microsoft.com/office/officeart/2005/8/layout/vList2"/>
    <dgm:cxn modelId="{9CF2EF36-76CE-D74E-B837-04A1869C4592}" type="presParOf" srcId="{CE964B4B-17A9-1D4F-A218-EEC05DCA5D49}" destId="{9AC97C1C-2CCC-4643-8FF5-4D922B66315D}" srcOrd="0" destOrd="0" presId="urn:microsoft.com/office/officeart/2005/8/layout/vList2"/>
    <dgm:cxn modelId="{BDB40CC5-3E04-C44A-9D3E-AC8D762C896B}" type="presParOf" srcId="{CE964B4B-17A9-1D4F-A218-EEC05DCA5D49}" destId="{8669301E-62A1-F448-89FF-2501096C037A}" srcOrd="1" destOrd="0" presId="urn:microsoft.com/office/officeart/2005/8/layout/vList2"/>
    <dgm:cxn modelId="{2031A50F-32EB-6642-AA95-A93BE58B1F89}" type="presParOf" srcId="{CE964B4B-17A9-1D4F-A218-EEC05DCA5D49}" destId="{BC37F171-734A-8B48-A202-9F5ECD321A0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DB1CD1E-6D44-9244-9FA5-C0853E84EAC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0EA39D6-E9DF-EA4E-8C31-9CE794AB1852}">
      <dgm:prSet custT="1"/>
      <dgm:spPr>
        <a:ln w="31750">
          <a:solidFill>
            <a:srgbClr val="002060"/>
          </a:solidFill>
        </a:ln>
        <a:effectLst>
          <a:glow>
            <a:schemeClr val="accent1"/>
          </a:glow>
        </a:effectLst>
      </dgm:spPr>
      <dgm:t>
        <a:bodyPr/>
        <a:lstStyle/>
        <a:p>
          <a:r>
            <a:rPr lang="en-GB" sz="2400" b="1" dirty="0">
              <a:latin typeface="Calibri" panose="020F0502020204030204" pitchFamily="34" charset="0"/>
              <a:cs typeface="Calibri" panose="020F0502020204030204" pitchFamily="34" charset="0"/>
            </a:rPr>
            <a:t>Q4 2025 Statistical Forecast: €5.3B Cloud Revenue</a:t>
          </a:r>
        </a:p>
      </dgm:t>
    </dgm:pt>
    <dgm:pt modelId="{BD9D2FCE-2C1E-0F4C-96B6-A240221428D0}" type="parTrans" cxnId="{BAFF3DC5-01C4-754D-809F-B47338482B5D}">
      <dgm:prSet/>
      <dgm:spPr/>
      <dgm:t>
        <a:bodyPr/>
        <a:lstStyle/>
        <a:p>
          <a:endParaRPr lang="en-GB"/>
        </a:p>
      </dgm:t>
    </dgm:pt>
    <dgm:pt modelId="{96A84526-CB4E-484A-B600-5BE5F8C9F8AE}" type="sibTrans" cxnId="{BAFF3DC5-01C4-754D-809F-B47338482B5D}">
      <dgm:prSet/>
      <dgm:spPr/>
      <dgm:t>
        <a:bodyPr/>
        <a:lstStyle/>
        <a:p>
          <a:endParaRPr lang="en-GB"/>
        </a:p>
      </dgm:t>
    </dgm:pt>
    <dgm:pt modelId="{509E0474-2615-314A-884B-B04229A89047}" type="pres">
      <dgm:prSet presAssocID="{6DB1CD1E-6D44-9244-9FA5-C0853E84EAC2}" presName="linear" presStyleCnt="0">
        <dgm:presLayoutVars>
          <dgm:animLvl val="lvl"/>
          <dgm:resizeHandles val="exact"/>
        </dgm:presLayoutVars>
      </dgm:prSet>
      <dgm:spPr/>
    </dgm:pt>
    <dgm:pt modelId="{C2F74DE8-C892-A64D-A5F6-5BBE788DC2FC}" type="pres">
      <dgm:prSet presAssocID="{20EA39D6-E9DF-EA4E-8C31-9CE794AB185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A6C280B-DF66-F649-A414-3ECF19E0969E}" type="presOf" srcId="{6DB1CD1E-6D44-9244-9FA5-C0853E84EAC2}" destId="{509E0474-2615-314A-884B-B04229A89047}" srcOrd="0" destOrd="0" presId="urn:microsoft.com/office/officeart/2005/8/layout/vList2"/>
    <dgm:cxn modelId="{BAFF3DC5-01C4-754D-809F-B47338482B5D}" srcId="{6DB1CD1E-6D44-9244-9FA5-C0853E84EAC2}" destId="{20EA39D6-E9DF-EA4E-8C31-9CE794AB1852}" srcOrd="0" destOrd="0" parTransId="{BD9D2FCE-2C1E-0F4C-96B6-A240221428D0}" sibTransId="{96A84526-CB4E-484A-B600-5BE5F8C9F8AE}"/>
    <dgm:cxn modelId="{3097BAC7-AFBA-7549-AF4E-BBE712278160}" type="presOf" srcId="{20EA39D6-E9DF-EA4E-8C31-9CE794AB1852}" destId="{C2F74DE8-C892-A64D-A5F6-5BBE788DC2FC}" srcOrd="0" destOrd="0" presId="urn:microsoft.com/office/officeart/2005/8/layout/vList2"/>
    <dgm:cxn modelId="{B6C39350-6215-1043-82BF-12D6754422A6}" type="presParOf" srcId="{509E0474-2615-314A-884B-B04229A89047}" destId="{C2F74DE8-C892-A64D-A5F6-5BBE788DC2F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2B4DA38-BF36-364C-AEC3-228A7943F34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8776A96-6236-4A46-B050-7F376F2F92D9}">
      <dgm:prSet custT="1"/>
      <dgm:spPr>
        <a:ln w="31750">
          <a:solidFill>
            <a:srgbClr val="002060"/>
          </a:solidFill>
        </a:ln>
      </dgm:spPr>
      <dgm:t>
        <a:bodyPr/>
        <a:lstStyle/>
        <a:p>
          <a:r>
            <a:rPr lang="en-GB" sz="2400" b="1" i="0" dirty="0">
              <a:latin typeface="Calibri" panose="020F0502020204030204" pitchFamily="34" charset="0"/>
              <a:cs typeface="Calibri" panose="020F0502020204030204" pitchFamily="34" charset="0"/>
            </a:rPr>
            <a:t>Geographic Analysis: Concentration Risk &amp; Growth Opportunities</a:t>
          </a:r>
        </a:p>
      </dgm:t>
    </dgm:pt>
    <dgm:pt modelId="{4FBC316D-0E88-CF4D-B8D8-F81AE8754081}" type="parTrans" cxnId="{B1D3F965-C0B0-BC43-8335-3A011C040849}">
      <dgm:prSet/>
      <dgm:spPr/>
      <dgm:t>
        <a:bodyPr/>
        <a:lstStyle/>
        <a:p>
          <a:endParaRPr lang="en-GB"/>
        </a:p>
      </dgm:t>
    </dgm:pt>
    <dgm:pt modelId="{F6479AA5-3790-FE42-B88C-8268660BF676}" type="sibTrans" cxnId="{B1D3F965-C0B0-BC43-8335-3A011C040849}">
      <dgm:prSet/>
      <dgm:spPr/>
      <dgm:t>
        <a:bodyPr/>
        <a:lstStyle/>
        <a:p>
          <a:endParaRPr lang="en-GB"/>
        </a:p>
      </dgm:t>
    </dgm:pt>
    <dgm:pt modelId="{0C2F0E17-E539-B74B-827A-671425F557C8}" type="pres">
      <dgm:prSet presAssocID="{F2B4DA38-BF36-364C-AEC3-228A7943F345}" presName="linear" presStyleCnt="0">
        <dgm:presLayoutVars>
          <dgm:animLvl val="lvl"/>
          <dgm:resizeHandles val="exact"/>
        </dgm:presLayoutVars>
      </dgm:prSet>
      <dgm:spPr/>
    </dgm:pt>
    <dgm:pt modelId="{06F1809A-346F-3F40-9C9A-D648F5660D8E}" type="pres">
      <dgm:prSet presAssocID="{F8776A96-6236-4A46-B050-7F376F2F92D9}" presName="parentText" presStyleLbl="node1" presStyleIdx="0" presStyleCnt="1" custScaleX="82874" custScaleY="46966" custLinFactNeighborX="-11067" custLinFactNeighborY="-26669">
        <dgm:presLayoutVars>
          <dgm:chMax val="0"/>
          <dgm:bulletEnabled val="1"/>
        </dgm:presLayoutVars>
      </dgm:prSet>
      <dgm:spPr/>
    </dgm:pt>
  </dgm:ptLst>
  <dgm:cxnLst>
    <dgm:cxn modelId="{CA106132-5FAC-4947-8919-6DB48FC7BFE8}" type="presOf" srcId="{F2B4DA38-BF36-364C-AEC3-228A7943F345}" destId="{0C2F0E17-E539-B74B-827A-671425F557C8}" srcOrd="0" destOrd="0" presId="urn:microsoft.com/office/officeart/2005/8/layout/vList2"/>
    <dgm:cxn modelId="{B1D3F965-C0B0-BC43-8335-3A011C040849}" srcId="{F2B4DA38-BF36-364C-AEC3-228A7943F345}" destId="{F8776A96-6236-4A46-B050-7F376F2F92D9}" srcOrd="0" destOrd="0" parTransId="{4FBC316D-0E88-CF4D-B8D8-F81AE8754081}" sibTransId="{F6479AA5-3790-FE42-B88C-8268660BF676}"/>
    <dgm:cxn modelId="{A34AA09A-1D59-BB40-B066-466CAC86CBC1}" type="presOf" srcId="{F8776A96-6236-4A46-B050-7F376F2F92D9}" destId="{06F1809A-346F-3F40-9C9A-D648F5660D8E}" srcOrd="0" destOrd="0" presId="urn:microsoft.com/office/officeart/2005/8/layout/vList2"/>
    <dgm:cxn modelId="{7FCEB91C-9F65-FF4D-9A08-38F0138DE667}" type="presParOf" srcId="{0C2F0E17-E539-B74B-827A-671425F557C8}" destId="{06F1809A-346F-3F40-9C9A-D648F5660D8E}" srcOrd="0" destOrd="0" presId="urn:microsoft.com/office/officeart/2005/8/layout/vList2"/>
  </dgm:cxnLst>
  <dgm:bg>
    <a:effectLst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35FCFC6-676F-404A-BB34-64D444C1419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910BD50-C44C-F446-A262-FE1F444D1D8A}">
      <dgm:prSet custT="1"/>
      <dgm:spPr>
        <a:ln w="31750">
          <a:solidFill>
            <a:srgbClr val="002060"/>
          </a:solidFill>
        </a:ln>
      </dgm:spPr>
      <dgm:t>
        <a:bodyPr/>
        <a:lstStyle/>
        <a:p>
          <a:pPr algn="ctr"/>
          <a:r>
            <a:rPr lang="en-GB" sz="2400" b="1" dirty="0">
              <a:latin typeface="Calibri" panose="020F0502020204030204" pitchFamily="34" charset="0"/>
              <a:cs typeface="Calibri" panose="020F0502020204030204" pitchFamily="34" charset="0"/>
            </a:rPr>
            <a:t>Strategic Implications: What This Means for SAP's Future</a:t>
          </a:r>
        </a:p>
      </dgm:t>
    </dgm:pt>
    <dgm:pt modelId="{521B9B48-6608-104D-A754-EAD93D00BEE1}" type="parTrans" cxnId="{DEEFE7D3-2591-DC47-AF12-DD05076A0943}">
      <dgm:prSet/>
      <dgm:spPr/>
      <dgm:t>
        <a:bodyPr/>
        <a:lstStyle/>
        <a:p>
          <a:endParaRPr lang="en-GB"/>
        </a:p>
      </dgm:t>
    </dgm:pt>
    <dgm:pt modelId="{7E17A2E3-9E1D-0F49-A79D-7E8931031C5A}" type="sibTrans" cxnId="{DEEFE7D3-2591-DC47-AF12-DD05076A0943}">
      <dgm:prSet/>
      <dgm:spPr/>
      <dgm:t>
        <a:bodyPr/>
        <a:lstStyle/>
        <a:p>
          <a:endParaRPr lang="en-GB"/>
        </a:p>
      </dgm:t>
    </dgm:pt>
    <dgm:pt modelId="{9EB11E84-B232-9C4D-B04A-5B85E1DA814A}" type="pres">
      <dgm:prSet presAssocID="{435FCFC6-676F-404A-BB34-64D444C14191}" presName="linear" presStyleCnt="0">
        <dgm:presLayoutVars>
          <dgm:animLvl val="lvl"/>
          <dgm:resizeHandles val="exact"/>
        </dgm:presLayoutVars>
      </dgm:prSet>
      <dgm:spPr/>
    </dgm:pt>
    <dgm:pt modelId="{4B467647-0FAD-8E4F-9DDA-57623C9C4318}" type="pres">
      <dgm:prSet presAssocID="{9910BD50-C44C-F446-A262-FE1F444D1D8A}" presName="parentText" presStyleLbl="node1" presStyleIdx="0" presStyleCnt="1" custScaleX="77928" custLinFactNeighborX="-12176" custLinFactNeighborY="-18063">
        <dgm:presLayoutVars>
          <dgm:chMax val="0"/>
          <dgm:bulletEnabled val="1"/>
        </dgm:presLayoutVars>
      </dgm:prSet>
      <dgm:spPr/>
    </dgm:pt>
  </dgm:ptLst>
  <dgm:cxnLst>
    <dgm:cxn modelId="{EE37EE09-8F29-314A-9108-260719F9153D}" type="presOf" srcId="{9910BD50-C44C-F446-A262-FE1F444D1D8A}" destId="{4B467647-0FAD-8E4F-9DDA-57623C9C4318}" srcOrd="0" destOrd="0" presId="urn:microsoft.com/office/officeart/2005/8/layout/vList2"/>
    <dgm:cxn modelId="{0271D94C-555B-C746-BC92-95617B6C856D}" type="presOf" srcId="{435FCFC6-676F-404A-BB34-64D444C14191}" destId="{9EB11E84-B232-9C4D-B04A-5B85E1DA814A}" srcOrd="0" destOrd="0" presId="urn:microsoft.com/office/officeart/2005/8/layout/vList2"/>
    <dgm:cxn modelId="{DEEFE7D3-2591-DC47-AF12-DD05076A0943}" srcId="{435FCFC6-676F-404A-BB34-64D444C14191}" destId="{9910BD50-C44C-F446-A262-FE1F444D1D8A}" srcOrd="0" destOrd="0" parTransId="{521B9B48-6608-104D-A754-EAD93D00BEE1}" sibTransId="{7E17A2E3-9E1D-0F49-A79D-7E8931031C5A}"/>
    <dgm:cxn modelId="{C9D13C47-1D46-EE4F-A8EC-D17ECD6D3742}" type="presParOf" srcId="{9EB11E84-B232-9C4D-B04A-5B85E1DA814A}" destId="{4B467647-0FAD-8E4F-9DDA-57623C9C431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789D68E-657B-1144-91CE-7FBF87D5A9F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4492EC5-F86B-5F4A-BC50-70AFC440F45A}">
      <dgm:prSet phldrT="[Text]" custT="1"/>
      <dgm:spPr/>
      <dgm:t>
        <a:bodyPr anchor="ctr"/>
        <a:lstStyle/>
        <a:p>
          <a:r>
            <a:rPr lang="en-GB" sz="1200" b="1" dirty="0">
              <a:latin typeface="Calibri" panose="020F0502020204030204" pitchFamily="34" charset="0"/>
              <a:cs typeface="Calibri" panose="020F0502020204030204" pitchFamily="34" charset="0"/>
            </a:rPr>
            <a:t>Strong Buy Signals:</a:t>
          </a:r>
        </a:p>
      </dgm:t>
    </dgm:pt>
    <dgm:pt modelId="{9756F474-D1F5-4647-A03E-A94E19D6DB24}" type="parTrans" cxnId="{F43D19EE-74FC-3540-958E-46997D43BFB0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344793E-B1D2-C74E-AFD8-2BD663E6288F}" type="sibTrans" cxnId="{F43D19EE-74FC-3540-958E-46997D43BFB0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1F7FBDA-2CCC-1342-8C09-9AAFB6E8AFA3}">
      <dgm:prSet phldrT="[Text]"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Predictable revenue: 87%</a:t>
          </a:r>
        </a:p>
      </dgm:t>
    </dgm:pt>
    <dgm:pt modelId="{267A4877-F2CF-B94D-900C-9236140A200F}" type="parTrans" cxnId="{7FF47C82-98CB-2B4A-B50D-1D521A56BCF5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C8831FC-9907-054A-86E5-316D857A3F51}" type="sibTrans" cxnId="{7FF47C82-98CB-2B4A-B50D-1D521A56BCF5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81B1EDA-7192-7F40-974D-2ED55DDE4766}">
      <dgm:prSet phldrT="[Text]" custT="1"/>
      <dgm:spPr/>
      <dgm:t>
        <a:bodyPr anchor="ctr"/>
        <a:lstStyle/>
        <a:p>
          <a:r>
            <a:rPr lang="en-GB" sz="1200" b="1" dirty="0">
              <a:latin typeface="Calibri" panose="020F0502020204030204" pitchFamily="34" charset="0"/>
              <a:cs typeface="Calibri" panose="020F0502020204030204" pitchFamily="34" charset="0"/>
            </a:rPr>
            <a:t>Valuation Insight:</a:t>
          </a:r>
        </a:p>
      </dgm:t>
    </dgm:pt>
    <dgm:pt modelId="{69624A7E-C7A1-5C43-8B05-0F8E4950CDF8}" type="parTrans" cxnId="{E84C7B8B-AB55-D04C-880B-09ED840B9F66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B00E5BC-8BC1-3648-B3EF-A2FE831524DB}" type="sibTrans" cxnId="{E84C7B8B-AB55-D04C-880B-09ED840B9F66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E240759-9C28-C943-B170-F43D541AD4C9}">
      <dgm:prSet phldrT="[Text]"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Cloud multiples: 8-12× revenue</a:t>
          </a:r>
        </a:p>
      </dgm:t>
    </dgm:pt>
    <dgm:pt modelId="{487E250A-7E5C-8D48-B4E0-461248218253}" type="parTrans" cxnId="{55388348-841E-E941-86BE-325BA9803E63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3947183-57A2-7E46-8D42-633BE98F4562}" type="sibTrans" cxnId="{55388348-841E-E941-86BE-325BA9803E63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FF0C1E2-5070-754A-BB35-62F2C1A3118E}">
      <dgm:prSet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High backlog: €18.8B</a:t>
          </a:r>
        </a:p>
      </dgm:t>
    </dgm:pt>
    <dgm:pt modelId="{D4174392-56E8-374E-869F-C9AE89DDF93E}" type="parTrans" cxnId="{B7BA54AD-7132-C345-A040-528B0AD6A50F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0744E1A-8745-9745-B725-2A6EB34FBA33}" type="sibTrans" cxnId="{B7BA54AD-7132-C345-A040-528B0AD6A50F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BB4ABBC-C1CE-A449-9FF1-CDB2E85EBF07}">
      <dgm:prSet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Margin expansion: +920bp</a:t>
          </a:r>
        </a:p>
      </dgm:t>
    </dgm:pt>
    <dgm:pt modelId="{33C68579-5D90-0740-B361-77E1439923B8}" type="parTrans" cxnId="{8DBC4E7E-2D6D-044F-87A3-4144ED04DAAC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38802BB-505A-734B-8B28-56AD832CAD9E}" type="sibTrans" cxnId="{8DBC4E7E-2D6D-044F-87A3-4144ED04DAAC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E32D276-4DB2-5543-8900-8471B9A65099}">
      <dgm:prSet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Low volatility: CV </a:t>
          </a:r>
          <a:endParaRPr lang="en-US" sz="12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205C367-66EB-B44F-9B6B-D6EAB5317B8A}" type="parTrans" cxnId="{EA5410B3-FB56-8345-81FC-D3AAA12C33ED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88C7295-3835-D142-BDA9-6CB6DE362DC8}" type="sibTrans" cxnId="{EA5410B3-FB56-8345-81FC-D3AAA12C33ED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52B77D1-54B4-8142-886F-BC16A1EBAF93}">
      <dgm:prSet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If applied to SAP cloud:</a:t>
          </a:r>
        </a:p>
      </dgm:t>
    </dgm:pt>
    <dgm:pt modelId="{06F8B42D-4FD8-B54C-96E5-0407FE8BD918}" type="parTrans" cxnId="{EFBAB4CA-B732-794C-9C4C-ACC27FB41B3B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41383D9-6B33-1B41-8B55-4F3EB6C8D9D1}" type="sibTrans" cxnId="{EFBAB4CA-B732-794C-9C4C-ACC27FB41B3B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D945F9B-B2F6-2D4C-9FA3-A3D069D20813}">
      <dgm:prSet custT="1"/>
      <dgm:spPr/>
      <dgm:t>
        <a:bodyPr/>
        <a:lstStyle/>
        <a:p>
          <a:r>
            <a:rPr lang="en-GB" sz="1200">
              <a:latin typeface="Calibri" panose="020F0502020204030204" pitchFamily="34" charset="0"/>
              <a:cs typeface="Calibri" panose="020F0502020204030204" pitchFamily="34" charset="0"/>
            </a:rPr>
            <a:t>€20.7B × 10 = €207B value</a:t>
          </a:r>
          <a:endParaRPr lang="en-GB" sz="12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E2689B0-8195-F449-A9C0-B34010918D4E}" type="parTrans" cxnId="{ACEB7FD7-0670-A040-A144-DEC6DC7C211F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B2AC4BD-A652-314F-A481-7F6E003E9DC2}" type="sibTrans" cxnId="{ACEB7FD7-0670-A040-A144-DEC6DC7C211F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0843EBE-1CC1-BF40-9711-A35924BE1F3A}">
      <dgm:prSet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Current SAP market cap: ~€240B</a:t>
          </a:r>
        </a:p>
      </dgm:t>
    </dgm:pt>
    <dgm:pt modelId="{6AA5DA7D-F81A-D24A-A24A-DCF10876CBBA}" type="parTrans" cxnId="{F08CB334-D8CF-4C49-97B6-7D256B1F44ED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B459AC7-06DC-054C-ACD0-C1AE62111808}" type="sibTrans" cxnId="{F08CB334-D8CF-4C49-97B6-7D256B1F44ED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4D17251-4A22-6649-83E3-2BBCBBF0BA79}">
      <dgm:prSet custT="1"/>
      <dgm:spPr>
        <a:ln>
          <a:solidFill>
            <a:schemeClr val="accent1">
              <a:tint val="50000"/>
              <a:hueOff val="0"/>
              <a:satOff val="0"/>
              <a:lumOff val="0"/>
            </a:schemeClr>
          </a:solidFill>
        </a:ln>
      </dgm:spPr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Cloud already represents 86% of value</a:t>
          </a:r>
          <a:endParaRPr lang="en-US" sz="12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FF51D8E-3040-374E-99E2-96AF9742B349}" type="parTrans" cxnId="{C1B153A9-BA44-FF43-B3C1-BCE580D2731D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CCA8A8E-FD40-364F-9535-53F1033C3CC7}" type="sibTrans" cxnId="{C1B153A9-BA44-FF43-B3C1-BCE580D2731D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CB1F88D-A23A-D240-8468-FDE3BA84C1DA}">
      <dgm:prSet custT="1"/>
      <dgm:spPr/>
      <dgm:t>
        <a:bodyPr anchor="ctr"/>
        <a:lstStyle/>
        <a:p>
          <a:r>
            <a:rPr lang="en-GB" sz="1200" b="1" dirty="0">
              <a:latin typeface="Calibri" panose="020F0502020204030204" pitchFamily="34" charset="0"/>
              <a:cs typeface="Calibri" panose="020F0502020204030204" pitchFamily="34" charset="0"/>
            </a:rPr>
            <a:t>Risk Factor</a:t>
          </a:r>
          <a:endParaRPr lang="en-US" sz="1200" b="1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185D68A-A42A-EA49-B82D-3FE6834930A9}" type="parTrans" cxnId="{B95E27AB-E846-1446-AB92-471B50BA42AD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7E1CB78-141C-A14A-A835-71D3AD066F40}" type="sibTrans" cxnId="{B95E27AB-E846-1446-AB92-471B50BA42AD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4B18A1E-ACEC-C04E-9646-BC7A50CBDB3F}">
      <dgm:prSet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Geographic concentration (HHI: 3,648)</a:t>
          </a:r>
          <a:endParaRPr lang="en-US" sz="12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329CB22-9AE7-C943-A492-7BFE53AED20D}" type="parTrans" cxnId="{0A5FC8D3-86C8-B947-BC84-5C4BAF5E9295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47046FB-04CF-B744-BD05-85DC038590C6}" type="sibTrans" cxnId="{0A5FC8D3-86C8-B947-BC84-5C4BAF5E9295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0351AF0-A9C5-8647-84D4-4C11DD523DE5}">
      <dgm:prSet custT="1"/>
      <dgm:spPr/>
      <dgm:t>
        <a:bodyPr/>
        <a:lstStyle/>
        <a:p>
          <a:r>
            <a:rPr lang="en-GB" sz="1200">
              <a:latin typeface="Calibri" panose="020F0502020204030204" pitchFamily="34" charset="0"/>
              <a:cs typeface="Calibri" panose="020F0502020204030204" pitchFamily="34" charset="0"/>
            </a:rPr>
            <a:t>Mitigation: APJ diversification</a:t>
          </a:r>
          <a:endParaRPr lang="en-US" sz="12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6B9CF89-7324-4942-A0E1-934F893832C0}" type="parTrans" cxnId="{23CE322B-8809-7F4B-9DA3-67A67D7F9CB5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112A89C-BBC4-6646-84CF-E86695419BE2}" type="sibTrans" cxnId="{23CE322B-8809-7F4B-9DA3-67A67D7F9CB5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07583A7-5721-224D-AF7B-D9A6396FB77B}" type="pres">
      <dgm:prSet presAssocID="{C789D68E-657B-1144-91CE-7FBF87D5A9F1}" presName="vert0" presStyleCnt="0">
        <dgm:presLayoutVars>
          <dgm:dir/>
          <dgm:animOne val="branch"/>
          <dgm:animLvl val="lvl"/>
        </dgm:presLayoutVars>
      </dgm:prSet>
      <dgm:spPr/>
    </dgm:pt>
    <dgm:pt modelId="{8FE61F2F-EC5F-CF45-8BBD-A69745EF20D4}" type="pres">
      <dgm:prSet presAssocID="{74492EC5-F86B-5F4A-BC50-70AFC440F45A}" presName="thickLine" presStyleLbl="alignNode1" presStyleIdx="0" presStyleCnt="3"/>
      <dgm:spPr/>
    </dgm:pt>
    <dgm:pt modelId="{B15AC518-1227-A347-93C2-13966EC821CA}" type="pres">
      <dgm:prSet presAssocID="{74492EC5-F86B-5F4A-BC50-70AFC440F45A}" presName="horz1" presStyleCnt="0"/>
      <dgm:spPr/>
    </dgm:pt>
    <dgm:pt modelId="{CC27AD9D-DCB2-C441-8568-7D26BB394C14}" type="pres">
      <dgm:prSet presAssocID="{74492EC5-F86B-5F4A-BC50-70AFC440F45A}" presName="tx1" presStyleLbl="revTx" presStyleIdx="0" presStyleCnt="14"/>
      <dgm:spPr/>
    </dgm:pt>
    <dgm:pt modelId="{D3AD7517-F58B-3848-B507-B44E59045334}" type="pres">
      <dgm:prSet presAssocID="{74492EC5-F86B-5F4A-BC50-70AFC440F45A}" presName="vert1" presStyleCnt="0"/>
      <dgm:spPr/>
    </dgm:pt>
    <dgm:pt modelId="{8E3D3817-551C-9C4A-9007-BECBA1F02CD3}" type="pres">
      <dgm:prSet presAssocID="{C1F7FBDA-2CCC-1342-8C09-9AAFB6E8AFA3}" presName="vertSpace2a" presStyleCnt="0"/>
      <dgm:spPr/>
    </dgm:pt>
    <dgm:pt modelId="{B37B496D-395C-984D-B824-E5235C2EEE61}" type="pres">
      <dgm:prSet presAssocID="{C1F7FBDA-2CCC-1342-8C09-9AAFB6E8AFA3}" presName="horz2" presStyleCnt="0"/>
      <dgm:spPr/>
    </dgm:pt>
    <dgm:pt modelId="{8E83292F-6D97-4243-8575-14F7D89CE2B2}" type="pres">
      <dgm:prSet presAssocID="{C1F7FBDA-2CCC-1342-8C09-9AAFB6E8AFA3}" presName="horzSpace2" presStyleCnt="0"/>
      <dgm:spPr/>
    </dgm:pt>
    <dgm:pt modelId="{284B598C-E457-544A-8CC4-A21C942E9ED8}" type="pres">
      <dgm:prSet presAssocID="{C1F7FBDA-2CCC-1342-8C09-9AAFB6E8AFA3}" presName="tx2" presStyleLbl="revTx" presStyleIdx="1" presStyleCnt="14"/>
      <dgm:spPr/>
    </dgm:pt>
    <dgm:pt modelId="{556B9387-FB73-464B-B33B-601BC4265BCF}" type="pres">
      <dgm:prSet presAssocID="{C1F7FBDA-2CCC-1342-8C09-9AAFB6E8AFA3}" presName="vert2" presStyleCnt="0"/>
      <dgm:spPr/>
    </dgm:pt>
    <dgm:pt modelId="{C82C2343-F958-A547-A8FE-B2C45C8D266D}" type="pres">
      <dgm:prSet presAssocID="{C1F7FBDA-2CCC-1342-8C09-9AAFB6E8AFA3}" presName="thinLine2b" presStyleLbl="callout" presStyleIdx="0" presStyleCnt="11"/>
      <dgm:spPr/>
    </dgm:pt>
    <dgm:pt modelId="{1F3CACDD-8E9F-6E4A-B418-08FD64B762B9}" type="pres">
      <dgm:prSet presAssocID="{C1F7FBDA-2CCC-1342-8C09-9AAFB6E8AFA3}" presName="vertSpace2b" presStyleCnt="0"/>
      <dgm:spPr/>
    </dgm:pt>
    <dgm:pt modelId="{7ABB600F-D4A4-D548-A0FD-31F341F0CA83}" type="pres">
      <dgm:prSet presAssocID="{7FF0C1E2-5070-754A-BB35-62F2C1A3118E}" presName="horz2" presStyleCnt="0"/>
      <dgm:spPr/>
    </dgm:pt>
    <dgm:pt modelId="{6CBB0ABB-5E6F-BA45-85F8-313DA48C31C6}" type="pres">
      <dgm:prSet presAssocID="{7FF0C1E2-5070-754A-BB35-62F2C1A3118E}" presName="horzSpace2" presStyleCnt="0"/>
      <dgm:spPr/>
    </dgm:pt>
    <dgm:pt modelId="{91D2AEA4-CCF2-5C45-B867-74723946F15F}" type="pres">
      <dgm:prSet presAssocID="{7FF0C1E2-5070-754A-BB35-62F2C1A3118E}" presName="tx2" presStyleLbl="revTx" presStyleIdx="2" presStyleCnt="14"/>
      <dgm:spPr/>
    </dgm:pt>
    <dgm:pt modelId="{11A35CA3-7722-754D-8D16-82A7BE6C084C}" type="pres">
      <dgm:prSet presAssocID="{7FF0C1E2-5070-754A-BB35-62F2C1A3118E}" presName="vert2" presStyleCnt="0"/>
      <dgm:spPr/>
    </dgm:pt>
    <dgm:pt modelId="{04724DB5-5984-1941-9A48-901E599A5167}" type="pres">
      <dgm:prSet presAssocID="{7FF0C1E2-5070-754A-BB35-62F2C1A3118E}" presName="thinLine2b" presStyleLbl="callout" presStyleIdx="1" presStyleCnt="11"/>
      <dgm:spPr/>
    </dgm:pt>
    <dgm:pt modelId="{EF12BAB8-AD9A-2D41-A34B-9AE3AE3C4784}" type="pres">
      <dgm:prSet presAssocID="{7FF0C1E2-5070-754A-BB35-62F2C1A3118E}" presName="vertSpace2b" presStyleCnt="0"/>
      <dgm:spPr/>
    </dgm:pt>
    <dgm:pt modelId="{58C75DA3-C08B-D645-8208-AB59F6067B51}" type="pres">
      <dgm:prSet presAssocID="{FBB4ABBC-C1CE-A449-9FF1-CDB2E85EBF07}" presName="horz2" presStyleCnt="0"/>
      <dgm:spPr/>
    </dgm:pt>
    <dgm:pt modelId="{51113F0B-2337-9A4E-9F69-4633EC9C35E0}" type="pres">
      <dgm:prSet presAssocID="{FBB4ABBC-C1CE-A449-9FF1-CDB2E85EBF07}" presName="horzSpace2" presStyleCnt="0"/>
      <dgm:spPr/>
    </dgm:pt>
    <dgm:pt modelId="{F0448D7A-E591-9C42-A209-B516862A3F85}" type="pres">
      <dgm:prSet presAssocID="{FBB4ABBC-C1CE-A449-9FF1-CDB2E85EBF07}" presName="tx2" presStyleLbl="revTx" presStyleIdx="3" presStyleCnt="14"/>
      <dgm:spPr/>
    </dgm:pt>
    <dgm:pt modelId="{1212B38D-17AE-A442-A18C-0C2AF97F84FB}" type="pres">
      <dgm:prSet presAssocID="{FBB4ABBC-C1CE-A449-9FF1-CDB2E85EBF07}" presName="vert2" presStyleCnt="0"/>
      <dgm:spPr/>
    </dgm:pt>
    <dgm:pt modelId="{5441D71C-47D0-F249-A6A4-3FE3AA520A31}" type="pres">
      <dgm:prSet presAssocID="{FBB4ABBC-C1CE-A449-9FF1-CDB2E85EBF07}" presName="thinLine2b" presStyleLbl="callout" presStyleIdx="2" presStyleCnt="11"/>
      <dgm:spPr/>
    </dgm:pt>
    <dgm:pt modelId="{89D37E99-337B-1B42-AD40-9A2980DA10AA}" type="pres">
      <dgm:prSet presAssocID="{FBB4ABBC-C1CE-A449-9FF1-CDB2E85EBF07}" presName="vertSpace2b" presStyleCnt="0"/>
      <dgm:spPr/>
    </dgm:pt>
    <dgm:pt modelId="{9324B0B0-391D-2A47-912F-A1C948C5646C}" type="pres">
      <dgm:prSet presAssocID="{7E32D276-4DB2-5543-8900-8471B9A65099}" presName="horz2" presStyleCnt="0"/>
      <dgm:spPr/>
    </dgm:pt>
    <dgm:pt modelId="{F2D42692-EFEC-B74E-8EFB-A3C9B3EF753C}" type="pres">
      <dgm:prSet presAssocID="{7E32D276-4DB2-5543-8900-8471B9A65099}" presName="horzSpace2" presStyleCnt="0"/>
      <dgm:spPr/>
    </dgm:pt>
    <dgm:pt modelId="{6056E548-21C2-0845-A244-3D835AEBAB1A}" type="pres">
      <dgm:prSet presAssocID="{7E32D276-4DB2-5543-8900-8471B9A65099}" presName="tx2" presStyleLbl="revTx" presStyleIdx="4" presStyleCnt="14"/>
      <dgm:spPr/>
    </dgm:pt>
    <dgm:pt modelId="{A2255DDE-0029-0B43-893E-B30A1E1D6EA5}" type="pres">
      <dgm:prSet presAssocID="{7E32D276-4DB2-5543-8900-8471B9A65099}" presName="vert2" presStyleCnt="0"/>
      <dgm:spPr/>
    </dgm:pt>
    <dgm:pt modelId="{7B16A69E-00C7-2F47-B34C-88DF81BF6A4C}" type="pres">
      <dgm:prSet presAssocID="{7E32D276-4DB2-5543-8900-8471B9A65099}" presName="thinLine2b" presStyleLbl="callout" presStyleIdx="3" presStyleCnt="11"/>
      <dgm:spPr/>
    </dgm:pt>
    <dgm:pt modelId="{6DE1B1B1-25A9-8A4E-9E21-CE6FE04D0CEB}" type="pres">
      <dgm:prSet presAssocID="{7E32D276-4DB2-5543-8900-8471B9A65099}" presName="vertSpace2b" presStyleCnt="0"/>
      <dgm:spPr/>
    </dgm:pt>
    <dgm:pt modelId="{17904285-85AC-914B-A22A-60B1451A4819}" type="pres">
      <dgm:prSet presAssocID="{C81B1EDA-7192-7F40-974D-2ED55DDE4766}" presName="thickLine" presStyleLbl="alignNode1" presStyleIdx="1" presStyleCnt="3"/>
      <dgm:spPr/>
    </dgm:pt>
    <dgm:pt modelId="{CE6CCB59-DE32-7943-9154-2C241835B817}" type="pres">
      <dgm:prSet presAssocID="{C81B1EDA-7192-7F40-974D-2ED55DDE4766}" presName="horz1" presStyleCnt="0"/>
      <dgm:spPr/>
    </dgm:pt>
    <dgm:pt modelId="{6FC5518E-6381-5B45-9C52-EDC037595497}" type="pres">
      <dgm:prSet presAssocID="{C81B1EDA-7192-7F40-974D-2ED55DDE4766}" presName="tx1" presStyleLbl="revTx" presStyleIdx="5" presStyleCnt="14"/>
      <dgm:spPr/>
    </dgm:pt>
    <dgm:pt modelId="{4242D29D-3D8A-F544-9946-5DDD035DDEDE}" type="pres">
      <dgm:prSet presAssocID="{C81B1EDA-7192-7F40-974D-2ED55DDE4766}" presName="vert1" presStyleCnt="0"/>
      <dgm:spPr/>
    </dgm:pt>
    <dgm:pt modelId="{53F9837F-D635-0C41-BC63-25BB55007E68}" type="pres">
      <dgm:prSet presAssocID="{CE240759-9C28-C943-B170-F43D541AD4C9}" presName="vertSpace2a" presStyleCnt="0"/>
      <dgm:spPr/>
    </dgm:pt>
    <dgm:pt modelId="{29221658-1E9D-924E-BA2F-F871B189FDCB}" type="pres">
      <dgm:prSet presAssocID="{CE240759-9C28-C943-B170-F43D541AD4C9}" presName="horz2" presStyleCnt="0"/>
      <dgm:spPr/>
    </dgm:pt>
    <dgm:pt modelId="{E79A6A59-42C2-D345-997B-2B7F592F1CBA}" type="pres">
      <dgm:prSet presAssocID="{CE240759-9C28-C943-B170-F43D541AD4C9}" presName="horzSpace2" presStyleCnt="0"/>
      <dgm:spPr/>
    </dgm:pt>
    <dgm:pt modelId="{110B965D-5957-1540-AA5F-F7E9991F4295}" type="pres">
      <dgm:prSet presAssocID="{CE240759-9C28-C943-B170-F43D541AD4C9}" presName="tx2" presStyleLbl="revTx" presStyleIdx="6" presStyleCnt="14"/>
      <dgm:spPr/>
    </dgm:pt>
    <dgm:pt modelId="{90E5AAD4-9E46-8E4E-A195-9482C1ADD1E5}" type="pres">
      <dgm:prSet presAssocID="{CE240759-9C28-C943-B170-F43D541AD4C9}" presName="vert2" presStyleCnt="0"/>
      <dgm:spPr/>
    </dgm:pt>
    <dgm:pt modelId="{A27BAA11-F342-5240-ACB2-C33F2F296C76}" type="pres">
      <dgm:prSet presAssocID="{CE240759-9C28-C943-B170-F43D541AD4C9}" presName="thinLine2b" presStyleLbl="callout" presStyleIdx="4" presStyleCnt="11"/>
      <dgm:spPr/>
    </dgm:pt>
    <dgm:pt modelId="{700E4D99-038B-7C4F-AFB3-2824070C3847}" type="pres">
      <dgm:prSet presAssocID="{CE240759-9C28-C943-B170-F43D541AD4C9}" presName="vertSpace2b" presStyleCnt="0"/>
      <dgm:spPr/>
    </dgm:pt>
    <dgm:pt modelId="{FB1D3F63-2E44-5C49-8E89-1DA460931375}" type="pres">
      <dgm:prSet presAssocID="{D52B77D1-54B4-8142-886F-BC16A1EBAF93}" presName="horz2" presStyleCnt="0"/>
      <dgm:spPr/>
    </dgm:pt>
    <dgm:pt modelId="{CD3897F8-415C-EB4C-B598-C3D27150E339}" type="pres">
      <dgm:prSet presAssocID="{D52B77D1-54B4-8142-886F-BC16A1EBAF93}" presName="horzSpace2" presStyleCnt="0"/>
      <dgm:spPr/>
    </dgm:pt>
    <dgm:pt modelId="{33E0A3FA-1E16-F447-8C5A-DA7086A3FB36}" type="pres">
      <dgm:prSet presAssocID="{D52B77D1-54B4-8142-886F-BC16A1EBAF93}" presName="tx2" presStyleLbl="revTx" presStyleIdx="7" presStyleCnt="14"/>
      <dgm:spPr/>
    </dgm:pt>
    <dgm:pt modelId="{D9F0A1BD-4F51-9549-AA9C-3BA76C55EB06}" type="pres">
      <dgm:prSet presAssocID="{D52B77D1-54B4-8142-886F-BC16A1EBAF93}" presName="vert2" presStyleCnt="0"/>
      <dgm:spPr/>
    </dgm:pt>
    <dgm:pt modelId="{936D5841-1E03-E74F-9789-320281EADD70}" type="pres">
      <dgm:prSet presAssocID="{D52B77D1-54B4-8142-886F-BC16A1EBAF93}" presName="thinLine2b" presStyleLbl="callout" presStyleIdx="5" presStyleCnt="11"/>
      <dgm:spPr/>
    </dgm:pt>
    <dgm:pt modelId="{E0CBEDBC-4923-004E-859D-891EA36BCD6D}" type="pres">
      <dgm:prSet presAssocID="{D52B77D1-54B4-8142-886F-BC16A1EBAF93}" presName="vertSpace2b" presStyleCnt="0"/>
      <dgm:spPr/>
    </dgm:pt>
    <dgm:pt modelId="{3003D961-9791-104C-A428-873239DE4184}" type="pres">
      <dgm:prSet presAssocID="{8D945F9B-B2F6-2D4C-9FA3-A3D069D20813}" presName="horz2" presStyleCnt="0"/>
      <dgm:spPr/>
    </dgm:pt>
    <dgm:pt modelId="{E80AABEE-35D1-B047-848D-3BD86BA4700B}" type="pres">
      <dgm:prSet presAssocID="{8D945F9B-B2F6-2D4C-9FA3-A3D069D20813}" presName="horzSpace2" presStyleCnt="0"/>
      <dgm:spPr/>
    </dgm:pt>
    <dgm:pt modelId="{E3A5EA68-7E62-614D-9305-EC379AF73A23}" type="pres">
      <dgm:prSet presAssocID="{8D945F9B-B2F6-2D4C-9FA3-A3D069D20813}" presName="tx2" presStyleLbl="revTx" presStyleIdx="8" presStyleCnt="14"/>
      <dgm:spPr/>
    </dgm:pt>
    <dgm:pt modelId="{062CD61F-611D-BF44-BFB1-C6C56F365A73}" type="pres">
      <dgm:prSet presAssocID="{8D945F9B-B2F6-2D4C-9FA3-A3D069D20813}" presName="vert2" presStyleCnt="0"/>
      <dgm:spPr/>
    </dgm:pt>
    <dgm:pt modelId="{F4883118-600F-0A4C-A208-E617B9166B18}" type="pres">
      <dgm:prSet presAssocID="{8D945F9B-B2F6-2D4C-9FA3-A3D069D20813}" presName="thinLine2b" presStyleLbl="callout" presStyleIdx="6" presStyleCnt="11"/>
      <dgm:spPr/>
    </dgm:pt>
    <dgm:pt modelId="{37CFCE2D-2676-3243-BE6C-D97A23039D41}" type="pres">
      <dgm:prSet presAssocID="{8D945F9B-B2F6-2D4C-9FA3-A3D069D20813}" presName="vertSpace2b" presStyleCnt="0"/>
      <dgm:spPr/>
    </dgm:pt>
    <dgm:pt modelId="{A1508F27-AEA8-8A42-B9C3-BD5A80E1E6FC}" type="pres">
      <dgm:prSet presAssocID="{70843EBE-1CC1-BF40-9711-A35924BE1F3A}" presName="horz2" presStyleCnt="0"/>
      <dgm:spPr/>
    </dgm:pt>
    <dgm:pt modelId="{31B52FEE-6118-8549-A006-B8DEE37F9872}" type="pres">
      <dgm:prSet presAssocID="{70843EBE-1CC1-BF40-9711-A35924BE1F3A}" presName="horzSpace2" presStyleCnt="0"/>
      <dgm:spPr/>
    </dgm:pt>
    <dgm:pt modelId="{99BABAF0-67F6-AF43-8C30-9DD08114E551}" type="pres">
      <dgm:prSet presAssocID="{70843EBE-1CC1-BF40-9711-A35924BE1F3A}" presName="tx2" presStyleLbl="revTx" presStyleIdx="9" presStyleCnt="14"/>
      <dgm:spPr/>
    </dgm:pt>
    <dgm:pt modelId="{0E9FFD95-B982-0A4E-9D6C-B3EBE672637D}" type="pres">
      <dgm:prSet presAssocID="{70843EBE-1CC1-BF40-9711-A35924BE1F3A}" presName="vert2" presStyleCnt="0"/>
      <dgm:spPr/>
    </dgm:pt>
    <dgm:pt modelId="{D8A93E00-EC47-4C41-8C17-484BC9869BA1}" type="pres">
      <dgm:prSet presAssocID="{70843EBE-1CC1-BF40-9711-A35924BE1F3A}" presName="thinLine2b" presStyleLbl="callout" presStyleIdx="7" presStyleCnt="11"/>
      <dgm:spPr/>
    </dgm:pt>
    <dgm:pt modelId="{741DE22A-827F-3A41-B456-45E4F79B0309}" type="pres">
      <dgm:prSet presAssocID="{70843EBE-1CC1-BF40-9711-A35924BE1F3A}" presName="vertSpace2b" presStyleCnt="0"/>
      <dgm:spPr/>
    </dgm:pt>
    <dgm:pt modelId="{6B963FF5-6123-8546-BDBE-0439118943B3}" type="pres">
      <dgm:prSet presAssocID="{B4D17251-4A22-6649-83E3-2BBCBBF0BA79}" presName="horz2" presStyleCnt="0"/>
      <dgm:spPr/>
    </dgm:pt>
    <dgm:pt modelId="{6F0C166F-9D7A-EF46-ADC2-EAFE56A94756}" type="pres">
      <dgm:prSet presAssocID="{B4D17251-4A22-6649-83E3-2BBCBBF0BA79}" presName="horzSpace2" presStyleCnt="0"/>
      <dgm:spPr/>
    </dgm:pt>
    <dgm:pt modelId="{34B51D83-6654-F846-9EFB-F4E714515BFD}" type="pres">
      <dgm:prSet presAssocID="{B4D17251-4A22-6649-83E3-2BBCBBF0BA79}" presName="tx2" presStyleLbl="revTx" presStyleIdx="10" presStyleCnt="14"/>
      <dgm:spPr/>
    </dgm:pt>
    <dgm:pt modelId="{2F6E6693-2EBD-B846-B8C0-D3ED012149A5}" type="pres">
      <dgm:prSet presAssocID="{B4D17251-4A22-6649-83E3-2BBCBBF0BA79}" presName="vert2" presStyleCnt="0"/>
      <dgm:spPr/>
    </dgm:pt>
    <dgm:pt modelId="{A0243A2F-0EB6-0545-8A18-5D35143402E9}" type="pres">
      <dgm:prSet presAssocID="{B4D17251-4A22-6649-83E3-2BBCBBF0BA79}" presName="thinLine2b" presStyleLbl="callout" presStyleIdx="8" presStyleCnt="11"/>
      <dgm:spPr/>
    </dgm:pt>
    <dgm:pt modelId="{8227C0B6-4AFD-2648-BA08-60EF45DBA363}" type="pres">
      <dgm:prSet presAssocID="{B4D17251-4A22-6649-83E3-2BBCBBF0BA79}" presName="vertSpace2b" presStyleCnt="0"/>
      <dgm:spPr/>
    </dgm:pt>
    <dgm:pt modelId="{318C993C-8210-EF48-8CB9-E28CBAC13C26}" type="pres">
      <dgm:prSet presAssocID="{9CB1F88D-A23A-D240-8468-FDE3BA84C1DA}" presName="thickLine" presStyleLbl="alignNode1" presStyleIdx="2" presStyleCnt="3"/>
      <dgm:spPr/>
    </dgm:pt>
    <dgm:pt modelId="{F689B7CB-A3ED-A347-862D-452B238FB4CC}" type="pres">
      <dgm:prSet presAssocID="{9CB1F88D-A23A-D240-8468-FDE3BA84C1DA}" presName="horz1" presStyleCnt="0"/>
      <dgm:spPr/>
    </dgm:pt>
    <dgm:pt modelId="{9EBCCDD5-9A78-B242-86B8-9931F57F84E8}" type="pres">
      <dgm:prSet presAssocID="{9CB1F88D-A23A-D240-8468-FDE3BA84C1DA}" presName="tx1" presStyleLbl="revTx" presStyleIdx="11" presStyleCnt="14"/>
      <dgm:spPr/>
    </dgm:pt>
    <dgm:pt modelId="{81C4526A-A163-DF40-A5E9-6314D2E5D0C8}" type="pres">
      <dgm:prSet presAssocID="{9CB1F88D-A23A-D240-8468-FDE3BA84C1DA}" presName="vert1" presStyleCnt="0"/>
      <dgm:spPr/>
    </dgm:pt>
    <dgm:pt modelId="{4A4D8A24-492A-F448-85EE-BB4F00295B50}" type="pres">
      <dgm:prSet presAssocID="{E4B18A1E-ACEC-C04E-9646-BC7A50CBDB3F}" presName="vertSpace2a" presStyleCnt="0"/>
      <dgm:spPr/>
    </dgm:pt>
    <dgm:pt modelId="{477CBE1B-26A6-A74D-AB7C-C734B7DE0955}" type="pres">
      <dgm:prSet presAssocID="{E4B18A1E-ACEC-C04E-9646-BC7A50CBDB3F}" presName="horz2" presStyleCnt="0"/>
      <dgm:spPr/>
    </dgm:pt>
    <dgm:pt modelId="{D361D30C-C0CA-D243-89A6-F80C45316AA7}" type="pres">
      <dgm:prSet presAssocID="{E4B18A1E-ACEC-C04E-9646-BC7A50CBDB3F}" presName="horzSpace2" presStyleCnt="0"/>
      <dgm:spPr/>
    </dgm:pt>
    <dgm:pt modelId="{0C3F46C2-AFA3-F548-98A6-AD198BD5A08B}" type="pres">
      <dgm:prSet presAssocID="{E4B18A1E-ACEC-C04E-9646-BC7A50CBDB3F}" presName="tx2" presStyleLbl="revTx" presStyleIdx="12" presStyleCnt="14"/>
      <dgm:spPr/>
    </dgm:pt>
    <dgm:pt modelId="{A93ECF0A-68FA-C24F-A31C-0C808595A242}" type="pres">
      <dgm:prSet presAssocID="{E4B18A1E-ACEC-C04E-9646-BC7A50CBDB3F}" presName="vert2" presStyleCnt="0"/>
      <dgm:spPr/>
    </dgm:pt>
    <dgm:pt modelId="{857BAF2A-8A60-2C43-8623-919E3F0FF618}" type="pres">
      <dgm:prSet presAssocID="{E4B18A1E-ACEC-C04E-9646-BC7A50CBDB3F}" presName="thinLine2b" presStyleLbl="callout" presStyleIdx="9" presStyleCnt="11"/>
      <dgm:spPr/>
    </dgm:pt>
    <dgm:pt modelId="{398AEEC3-101E-0349-9076-D677FBA5189B}" type="pres">
      <dgm:prSet presAssocID="{E4B18A1E-ACEC-C04E-9646-BC7A50CBDB3F}" presName="vertSpace2b" presStyleCnt="0"/>
      <dgm:spPr/>
    </dgm:pt>
    <dgm:pt modelId="{25A5C177-0552-8B47-8DED-8F83FD227847}" type="pres">
      <dgm:prSet presAssocID="{C0351AF0-A9C5-8647-84D4-4C11DD523DE5}" presName="horz2" presStyleCnt="0"/>
      <dgm:spPr/>
    </dgm:pt>
    <dgm:pt modelId="{2B0CD689-AA4A-5847-8B53-1F2A180C05AC}" type="pres">
      <dgm:prSet presAssocID="{C0351AF0-A9C5-8647-84D4-4C11DD523DE5}" presName="horzSpace2" presStyleCnt="0"/>
      <dgm:spPr/>
    </dgm:pt>
    <dgm:pt modelId="{D3B7FC02-714C-714E-929A-C2FFF621EE7E}" type="pres">
      <dgm:prSet presAssocID="{C0351AF0-A9C5-8647-84D4-4C11DD523DE5}" presName="tx2" presStyleLbl="revTx" presStyleIdx="13" presStyleCnt="14"/>
      <dgm:spPr/>
    </dgm:pt>
    <dgm:pt modelId="{0112B4DA-0789-2B41-B587-546F192E66EC}" type="pres">
      <dgm:prSet presAssocID="{C0351AF0-A9C5-8647-84D4-4C11DD523DE5}" presName="vert2" presStyleCnt="0"/>
      <dgm:spPr/>
    </dgm:pt>
    <dgm:pt modelId="{C24165E3-221B-F44E-8450-4DD2FCA4F73F}" type="pres">
      <dgm:prSet presAssocID="{C0351AF0-A9C5-8647-84D4-4C11DD523DE5}" presName="thinLine2b" presStyleLbl="callout" presStyleIdx="10" presStyleCnt="11"/>
      <dgm:spPr/>
    </dgm:pt>
    <dgm:pt modelId="{C9E967E0-C55C-CF4B-BCE2-A0F3433AE1B2}" type="pres">
      <dgm:prSet presAssocID="{C0351AF0-A9C5-8647-84D4-4C11DD523DE5}" presName="vertSpace2b" presStyleCnt="0"/>
      <dgm:spPr/>
    </dgm:pt>
  </dgm:ptLst>
  <dgm:cxnLst>
    <dgm:cxn modelId="{5C06350A-B16A-944A-AB3D-9E45FE0BCAF5}" type="presOf" srcId="{7FF0C1E2-5070-754A-BB35-62F2C1A3118E}" destId="{91D2AEA4-CCF2-5C45-B867-74723946F15F}" srcOrd="0" destOrd="0" presId="urn:microsoft.com/office/officeart/2008/layout/LinedList"/>
    <dgm:cxn modelId="{9A9BF50D-BAB6-4D40-B858-25DD755B9DE1}" type="presOf" srcId="{C81B1EDA-7192-7F40-974D-2ED55DDE4766}" destId="{6FC5518E-6381-5B45-9C52-EDC037595497}" srcOrd="0" destOrd="0" presId="urn:microsoft.com/office/officeart/2008/layout/LinedList"/>
    <dgm:cxn modelId="{A458F70E-002B-9D4D-9D90-2B2C178C1CD9}" type="presOf" srcId="{E4B18A1E-ACEC-C04E-9646-BC7A50CBDB3F}" destId="{0C3F46C2-AFA3-F548-98A6-AD198BD5A08B}" srcOrd="0" destOrd="0" presId="urn:microsoft.com/office/officeart/2008/layout/LinedList"/>
    <dgm:cxn modelId="{A64CE30F-2D64-FD46-B1C9-C0C0ED9F7363}" type="presOf" srcId="{C1F7FBDA-2CCC-1342-8C09-9AAFB6E8AFA3}" destId="{284B598C-E457-544A-8CC4-A21C942E9ED8}" srcOrd="0" destOrd="0" presId="urn:microsoft.com/office/officeart/2008/layout/LinedList"/>
    <dgm:cxn modelId="{75444F1D-567F-0F42-B6E6-0F842214202C}" type="presOf" srcId="{FBB4ABBC-C1CE-A449-9FF1-CDB2E85EBF07}" destId="{F0448D7A-E591-9C42-A209-B516862A3F85}" srcOrd="0" destOrd="0" presId="urn:microsoft.com/office/officeart/2008/layout/LinedList"/>
    <dgm:cxn modelId="{82D6361E-413D-9F4B-AF39-0A4B8C057EC7}" type="presOf" srcId="{7E32D276-4DB2-5543-8900-8471B9A65099}" destId="{6056E548-21C2-0845-A244-3D835AEBAB1A}" srcOrd="0" destOrd="0" presId="urn:microsoft.com/office/officeart/2008/layout/LinedList"/>
    <dgm:cxn modelId="{23CE322B-8809-7F4B-9DA3-67A67D7F9CB5}" srcId="{9CB1F88D-A23A-D240-8468-FDE3BA84C1DA}" destId="{C0351AF0-A9C5-8647-84D4-4C11DD523DE5}" srcOrd="1" destOrd="0" parTransId="{A6B9CF89-7324-4942-A0E1-934F893832C0}" sibTransId="{6112A89C-BBC4-6646-84CF-E86695419BE2}"/>
    <dgm:cxn modelId="{3438B232-24C1-3942-8C18-F2560DE44933}" type="presOf" srcId="{C789D68E-657B-1144-91CE-7FBF87D5A9F1}" destId="{107583A7-5721-224D-AF7B-D9A6396FB77B}" srcOrd="0" destOrd="0" presId="urn:microsoft.com/office/officeart/2008/layout/LinedList"/>
    <dgm:cxn modelId="{F08CB334-D8CF-4C49-97B6-7D256B1F44ED}" srcId="{C81B1EDA-7192-7F40-974D-2ED55DDE4766}" destId="{70843EBE-1CC1-BF40-9711-A35924BE1F3A}" srcOrd="3" destOrd="0" parTransId="{6AA5DA7D-F81A-D24A-A24A-DCF10876CBBA}" sibTransId="{EB459AC7-06DC-054C-ACD0-C1AE62111808}"/>
    <dgm:cxn modelId="{55388348-841E-E941-86BE-325BA9803E63}" srcId="{C81B1EDA-7192-7F40-974D-2ED55DDE4766}" destId="{CE240759-9C28-C943-B170-F43D541AD4C9}" srcOrd="0" destOrd="0" parTransId="{487E250A-7E5C-8D48-B4E0-461248218253}" sibTransId="{43947183-57A2-7E46-8D42-633BE98F4562}"/>
    <dgm:cxn modelId="{1ABDEC50-FA36-1F4D-A244-5A2C883B0A61}" type="presOf" srcId="{9CB1F88D-A23A-D240-8468-FDE3BA84C1DA}" destId="{9EBCCDD5-9A78-B242-86B8-9931F57F84E8}" srcOrd="0" destOrd="0" presId="urn:microsoft.com/office/officeart/2008/layout/LinedList"/>
    <dgm:cxn modelId="{F4338568-9143-0E41-B12F-99A6198ACB68}" type="presOf" srcId="{74492EC5-F86B-5F4A-BC50-70AFC440F45A}" destId="{CC27AD9D-DCB2-C441-8568-7D26BB394C14}" srcOrd="0" destOrd="0" presId="urn:microsoft.com/office/officeart/2008/layout/LinedList"/>
    <dgm:cxn modelId="{B506536D-819E-4E41-B207-AB6444F37CCB}" type="presOf" srcId="{B4D17251-4A22-6649-83E3-2BBCBBF0BA79}" destId="{34B51D83-6654-F846-9EFB-F4E714515BFD}" srcOrd="0" destOrd="0" presId="urn:microsoft.com/office/officeart/2008/layout/LinedList"/>
    <dgm:cxn modelId="{95B16974-24FF-584C-B96F-D661DFD77D3B}" type="presOf" srcId="{D52B77D1-54B4-8142-886F-BC16A1EBAF93}" destId="{33E0A3FA-1E16-F447-8C5A-DA7086A3FB36}" srcOrd="0" destOrd="0" presId="urn:microsoft.com/office/officeart/2008/layout/LinedList"/>
    <dgm:cxn modelId="{71C4587B-6E86-6C42-BC3F-2B16F2F51BD4}" type="presOf" srcId="{8D945F9B-B2F6-2D4C-9FA3-A3D069D20813}" destId="{E3A5EA68-7E62-614D-9305-EC379AF73A23}" srcOrd="0" destOrd="0" presId="urn:microsoft.com/office/officeart/2008/layout/LinedList"/>
    <dgm:cxn modelId="{8DBC4E7E-2D6D-044F-87A3-4144ED04DAAC}" srcId="{74492EC5-F86B-5F4A-BC50-70AFC440F45A}" destId="{FBB4ABBC-C1CE-A449-9FF1-CDB2E85EBF07}" srcOrd="2" destOrd="0" parTransId="{33C68579-5D90-0740-B361-77E1439923B8}" sibTransId="{C38802BB-505A-734B-8B28-56AD832CAD9E}"/>
    <dgm:cxn modelId="{7FF47C82-98CB-2B4A-B50D-1D521A56BCF5}" srcId="{74492EC5-F86B-5F4A-BC50-70AFC440F45A}" destId="{C1F7FBDA-2CCC-1342-8C09-9AAFB6E8AFA3}" srcOrd="0" destOrd="0" parTransId="{267A4877-F2CF-B94D-900C-9236140A200F}" sibTransId="{BC8831FC-9907-054A-86E5-316D857A3F51}"/>
    <dgm:cxn modelId="{E84C7B8B-AB55-D04C-880B-09ED840B9F66}" srcId="{C789D68E-657B-1144-91CE-7FBF87D5A9F1}" destId="{C81B1EDA-7192-7F40-974D-2ED55DDE4766}" srcOrd="1" destOrd="0" parTransId="{69624A7E-C7A1-5C43-8B05-0F8E4950CDF8}" sibTransId="{5B00E5BC-8BC1-3648-B3EF-A2FE831524DB}"/>
    <dgm:cxn modelId="{C1B153A9-BA44-FF43-B3C1-BCE580D2731D}" srcId="{C81B1EDA-7192-7F40-974D-2ED55DDE4766}" destId="{B4D17251-4A22-6649-83E3-2BBCBBF0BA79}" srcOrd="4" destOrd="0" parTransId="{2FF51D8E-3040-374E-99E2-96AF9742B349}" sibTransId="{9CCA8A8E-FD40-364F-9535-53F1033C3CC7}"/>
    <dgm:cxn modelId="{B95E27AB-E846-1446-AB92-471B50BA42AD}" srcId="{C789D68E-657B-1144-91CE-7FBF87D5A9F1}" destId="{9CB1F88D-A23A-D240-8468-FDE3BA84C1DA}" srcOrd="2" destOrd="0" parTransId="{9185D68A-A42A-EA49-B82D-3FE6834930A9}" sibTransId="{07E1CB78-141C-A14A-A835-71D3AD066F40}"/>
    <dgm:cxn modelId="{B7BA54AD-7132-C345-A040-528B0AD6A50F}" srcId="{74492EC5-F86B-5F4A-BC50-70AFC440F45A}" destId="{7FF0C1E2-5070-754A-BB35-62F2C1A3118E}" srcOrd="1" destOrd="0" parTransId="{D4174392-56E8-374E-869F-C9AE89DDF93E}" sibTransId="{30744E1A-8745-9745-B725-2A6EB34FBA33}"/>
    <dgm:cxn modelId="{EA5410B3-FB56-8345-81FC-D3AAA12C33ED}" srcId="{74492EC5-F86B-5F4A-BC50-70AFC440F45A}" destId="{7E32D276-4DB2-5543-8900-8471B9A65099}" srcOrd="3" destOrd="0" parTransId="{2205C367-66EB-B44F-9B6B-D6EAB5317B8A}" sibTransId="{F88C7295-3835-D142-BDA9-6CB6DE362DC8}"/>
    <dgm:cxn modelId="{EFBAB4CA-B732-794C-9C4C-ACC27FB41B3B}" srcId="{C81B1EDA-7192-7F40-974D-2ED55DDE4766}" destId="{D52B77D1-54B4-8142-886F-BC16A1EBAF93}" srcOrd="1" destOrd="0" parTransId="{06F8B42D-4FD8-B54C-96E5-0407FE8BD918}" sibTransId="{F41383D9-6B33-1B41-8B55-4F3EB6C8D9D1}"/>
    <dgm:cxn modelId="{0A5FC8D3-86C8-B947-BC84-5C4BAF5E9295}" srcId="{9CB1F88D-A23A-D240-8468-FDE3BA84C1DA}" destId="{E4B18A1E-ACEC-C04E-9646-BC7A50CBDB3F}" srcOrd="0" destOrd="0" parTransId="{2329CB22-9AE7-C943-A492-7BFE53AED20D}" sibTransId="{E47046FB-04CF-B744-BD05-85DC038590C6}"/>
    <dgm:cxn modelId="{ACEB7FD7-0670-A040-A144-DEC6DC7C211F}" srcId="{C81B1EDA-7192-7F40-974D-2ED55DDE4766}" destId="{8D945F9B-B2F6-2D4C-9FA3-A3D069D20813}" srcOrd="2" destOrd="0" parTransId="{BE2689B0-8195-F449-A9C0-B34010918D4E}" sibTransId="{8B2AC4BD-A652-314F-A481-7F6E003E9DC2}"/>
    <dgm:cxn modelId="{F43D19EE-74FC-3540-958E-46997D43BFB0}" srcId="{C789D68E-657B-1144-91CE-7FBF87D5A9F1}" destId="{74492EC5-F86B-5F4A-BC50-70AFC440F45A}" srcOrd="0" destOrd="0" parTransId="{9756F474-D1F5-4647-A03E-A94E19D6DB24}" sibTransId="{0344793E-B1D2-C74E-AFD8-2BD663E6288F}"/>
    <dgm:cxn modelId="{3832CBEE-31DE-E845-BFE1-FD8371CFB170}" type="presOf" srcId="{C0351AF0-A9C5-8647-84D4-4C11DD523DE5}" destId="{D3B7FC02-714C-714E-929A-C2FFF621EE7E}" srcOrd="0" destOrd="0" presId="urn:microsoft.com/office/officeart/2008/layout/LinedList"/>
    <dgm:cxn modelId="{591CD8EE-68CF-EA49-A038-A403CDCE2AD6}" type="presOf" srcId="{CE240759-9C28-C943-B170-F43D541AD4C9}" destId="{110B965D-5957-1540-AA5F-F7E9991F4295}" srcOrd="0" destOrd="0" presId="urn:microsoft.com/office/officeart/2008/layout/LinedList"/>
    <dgm:cxn modelId="{E5A101F5-9416-F64D-81E8-095050FEEF26}" type="presOf" srcId="{70843EBE-1CC1-BF40-9711-A35924BE1F3A}" destId="{99BABAF0-67F6-AF43-8C30-9DD08114E551}" srcOrd="0" destOrd="0" presId="urn:microsoft.com/office/officeart/2008/layout/LinedList"/>
    <dgm:cxn modelId="{ACE0BAA9-00B2-E44C-BE4F-19F2D863DAB6}" type="presParOf" srcId="{107583A7-5721-224D-AF7B-D9A6396FB77B}" destId="{8FE61F2F-EC5F-CF45-8BBD-A69745EF20D4}" srcOrd="0" destOrd="0" presId="urn:microsoft.com/office/officeart/2008/layout/LinedList"/>
    <dgm:cxn modelId="{D424A2BD-3740-614C-872C-A6CC631D5D36}" type="presParOf" srcId="{107583A7-5721-224D-AF7B-D9A6396FB77B}" destId="{B15AC518-1227-A347-93C2-13966EC821CA}" srcOrd="1" destOrd="0" presId="urn:microsoft.com/office/officeart/2008/layout/LinedList"/>
    <dgm:cxn modelId="{D0F35D6C-3147-0E40-AA31-376BBB0F700B}" type="presParOf" srcId="{B15AC518-1227-A347-93C2-13966EC821CA}" destId="{CC27AD9D-DCB2-C441-8568-7D26BB394C14}" srcOrd="0" destOrd="0" presId="urn:microsoft.com/office/officeart/2008/layout/LinedList"/>
    <dgm:cxn modelId="{2E66506D-0974-6143-BF8F-D792F324A0F1}" type="presParOf" srcId="{B15AC518-1227-A347-93C2-13966EC821CA}" destId="{D3AD7517-F58B-3848-B507-B44E59045334}" srcOrd="1" destOrd="0" presId="urn:microsoft.com/office/officeart/2008/layout/LinedList"/>
    <dgm:cxn modelId="{8E986A36-88DC-2E43-BA1E-34426DEBB77C}" type="presParOf" srcId="{D3AD7517-F58B-3848-B507-B44E59045334}" destId="{8E3D3817-551C-9C4A-9007-BECBA1F02CD3}" srcOrd="0" destOrd="0" presId="urn:microsoft.com/office/officeart/2008/layout/LinedList"/>
    <dgm:cxn modelId="{2CFD7A21-15A4-FF40-B9C2-1B1A9D65D39F}" type="presParOf" srcId="{D3AD7517-F58B-3848-B507-B44E59045334}" destId="{B37B496D-395C-984D-B824-E5235C2EEE61}" srcOrd="1" destOrd="0" presId="urn:microsoft.com/office/officeart/2008/layout/LinedList"/>
    <dgm:cxn modelId="{3ECE0388-7ACB-7345-808A-16BB596D127C}" type="presParOf" srcId="{B37B496D-395C-984D-B824-E5235C2EEE61}" destId="{8E83292F-6D97-4243-8575-14F7D89CE2B2}" srcOrd="0" destOrd="0" presId="urn:microsoft.com/office/officeart/2008/layout/LinedList"/>
    <dgm:cxn modelId="{4E56AD78-42BE-5747-B148-99166866A7A8}" type="presParOf" srcId="{B37B496D-395C-984D-B824-E5235C2EEE61}" destId="{284B598C-E457-544A-8CC4-A21C942E9ED8}" srcOrd="1" destOrd="0" presId="urn:microsoft.com/office/officeart/2008/layout/LinedList"/>
    <dgm:cxn modelId="{21FC0664-1B25-EC46-9FB1-1D1E54E00128}" type="presParOf" srcId="{B37B496D-395C-984D-B824-E5235C2EEE61}" destId="{556B9387-FB73-464B-B33B-601BC4265BCF}" srcOrd="2" destOrd="0" presId="urn:microsoft.com/office/officeart/2008/layout/LinedList"/>
    <dgm:cxn modelId="{AE759733-961E-904F-BED7-B33E7F6EDF9D}" type="presParOf" srcId="{D3AD7517-F58B-3848-B507-B44E59045334}" destId="{C82C2343-F958-A547-A8FE-B2C45C8D266D}" srcOrd="2" destOrd="0" presId="urn:microsoft.com/office/officeart/2008/layout/LinedList"/>
    <dgm:cxn modelId="{93C3204E-40B0-EB46-A2BF-EB82087E2668}" type="presParOf" srcId="{D3AD7517-F58B-3848-B507-B44E59045334}" destId="{1F3CACDD-8E9F-6E4A-B418-08FD64B762B9}" srcOrd="3" destOrd="0" presId="urn:microsoft.com/office/officeart/2008/layout/LinedList"/>
    <dgm:cxn modelId="{A20C6AAC-3C36-BF47-A67A-1DCC560F809D}" type="presParOf" srcId="{D3AD7517-F58B-3848-B507-B44E59045334}" destId="{7ABB600F-D4A4-D548-A0FD-31F341F0CA83}" srcOrd="4" destOrd="0" presId="urn:microsoft.com/office/officeart/2008/layout/LinedList"/>
    <dgm:cxn modelId="{89776210-97E9-F04B-B9ED-E2D543E575E6}" type="presParOf" srcId="{7ABB600F-D4A4-D548-A0FD-31F341F0CA83}" destId="{6CBB0ABB-5E6F-BA45-85F8-313DA48C31C6}" srcOrd="0" destOrd="0" presId="urn:microsoft.com/office/officeart/2008/layout/LinedList"/>
    <dgm:cxn modelId="{C1B516A3-0CBF-C84F-867A-B32F5695522F}" type="presParOf" srcId="{7ABB600F-D4A4-D548-A0FD-31F341F0CA83}" destId="{91D2AEA4-CCF2-5C45-B867-74723946F15F}" srcOrd="1" destOrd="0" presId="urn:microsoft.com/office/officeart/2008/layout/LinedList"/>
    <dgm:cxn modelId="{0F9AE5F7-C278-4A4B-801F-BCB7D4661136}" type="presParOf" srcId="{7ABB600F-D4A4-D548-A0FD-31F341F0CA83}" destId="{11A35CA3-7722-754D-8D16-82A7BE6C084C}" srcOrd="2" destOrd="0" presId="urn:microsoft.com/office/officeart/2008/layout/LinedList"/>
    <dgm:cxn modelId="{18405BF9-B85D-3A49-B19D-E3BFD7C603D7}" type="presParOf" srcId="{D3AD7517-F58B-3848-B507-B44E59045334}" destId="{04724DB5-5984-1941-9A48-901E599A5167}" srcOrd="5" destOrd="0" presId="urn:microsoft.com/office/officeart/2008/layout/LinedList"/>
    <dgm:cxn modelId="{A7F3B258-440F-DC49-A735-E2F0911A9EEC}" type="presParOf" srcId="{D3AD7517-F58B-3848-B507-B44E59045334}" destId="{EF12BAB8-AD9A-2D41-A34B-9AE3AE3C4784}" srcOrd="6" destOrd="0" presId="urn:microsoft.com/office/officeart/2008/layout/LinedList"/>
    <dgm:cxn modelId="{CCB86420-668C-3040-B197-2E767F3C60DE}" type="presParOf" srcId="{D3AD7517-F58B-3848-B507-B44E59045334}" destId="{58C75DA3-C08B-D645-8208-AB59F6067B51}" srcOrd="7" destOrd="0" presId="urn:microsoft.com/office/officeart/2008/layout/LinedList"/>
    <dgm:cxn modelId="{A3537F28-BE62-4A4E-9B0B-F36422A0D9E2}" type="presParOf" srcId="{58C75DA3-C08B-D645-8208-AB59F6067B51}" destId="{51113F0B-2337-9A4E-9F69-4633EC9C35E0}" srcOrd="0" destOrd="0" presId="urn:microsoft.com/office/officeart/2008/layout/LinedList"/>
    <dgm:cxn modelId="{AF47F061-0DF3-3744-98AB-7E97DCB928D0}" type="presParOf" srcId="{58C75DA3-C08B-D645-8208-AB59F6067B51}" destId="{F0448D7A-E591-9C42-A209-B516862A3F85}" srcOrd="1" destOrd="0" presId="urn:microsoft.com/office/officeart/2008/layout/LinedList"/>
    <dgm:cxn modelId="{C2D957A1-D373-ED42-91C6-43ED732EBC9D}" type="presParOf" srcId="{58C75DA3-C08B-D645-8208-AB59F6067B51}" destId="{1212B38D-17AE-A442-A18C-0C2AF97F84FB}" srcOrd="2" destOrd="0" presId="urn:microsoft.com/office/officeart/2008/layout/LinedList"/>
    <dgm:cxn modelId="{DB6856D1-D5DE-9C49-ADE3-86D30E03CBC7}" type="presParOf" srcId="{D3AD7517-F58B-3848-B507-B44E59045334}" destId="{5441D71C-47D0-F249-A6A4-3FE3AA520A31}" srcOrd="8" destOrd="0" presId="urn:microsoft.com/office/officeart/2008/layout/LinedList"/>
    <dgm:cxn modelId="{9B60E5F3-A0E4-3B45-A293-EA5905CC407B}" type="presParOf" srcId="{D3AD7517-F58B-3848-B507-B44E59045334}" destId="{89D37E99-337B-1B42-AD40-9A2980DA10AA}" srcOrd="9" destOrd="0" presId="urn:microsoft.com/office/officeart/2008/layout/LinedList"/>
    <dgm:cxn modelId="{626A2B07-461A-A948-A069-BF6A6A4C15A0}" type="presParOf" srcId="{D3AD7517-F58B-3848-B507-B44E59045334}" destId="{9324B0B0-391D-2A47-912F-A1C948C5646C}" srcOrd="10" destOrd="0" presId="urn:microsoft.com/office/officeart/2008/layout/LinedList"/>
    <dgm:cxn modelId="{3D685CF2-4DEA-674E-B378-44785E3DD7DB}" type="presParOf" srcId="{9324B0B0-391D-2A47-912F-A1C948C5646C}" destId="{F2D42692-EFEC-B74E-8EFB-A3C9B3EF753C}" srcOrd="0" destOrd="0" presId="urn:microsoft.com/office/officeart/2008/layout/LinedList"/>
    <dgm:cxn modelId="{0ECD19AA-9053-AD47-9224-4DD04FC151B0}" type="presParOf" srcId="{9324B0B0-391D-2A47-912F-A1C948C5646C}" destId="{6056E548-21C2-0845-A244-3D835AEBAB1A}" srcOrd="1" destOrd="0" presId="urn:microsoft.com/office/officeart/2008/layout/LinedList"/>
    <dgm:cxn modelId="{BFF45297-C0CA-DC40-A9C6-9838306A0E20}" type="presParOf" srcId="{9324B0B0-391D-2A47-912F-A1C948C5646C}" destId="{A2255DDE-0029-0B43-893E-B30A1E1D6EA5}" srcOrd="2" destOrd="0" presId="urn:microsoft.com/office/officeart/2008/layout/LinedList"/>
    <dgm:cxn modelId="{82BC77E1-F543-7044-84E4-B964A05402C3}" type="presParOf" srcId="{D3AD7517-F58B-3848-B507-B44E59045334}" destId="{7B16A69E-00C7-2F47-B34C-88DF81BF6A4C}" srcOrd="11" destOrd="0" presId="urn:microsoft.com/office/officeart/2008/layout/LinedList"/>
    <dgm:cxn modelId="{06D7C557-3CC6-F64A-AE0E-D1605A7381EA}" type="presParOf" srcId="{D3AD7517-F58B-3848-B507-B44E59045334}" destId="{6DE1B1B1-25A9-8A4E-9E21-CE6FE04D0CEB}" srcOrd="12" destOrd="0" presId="urn:microsoft.com/office/officeart/2008/layout/LinedList"/>
    <dgm:cxn modelId="{62FE8F8F-3952-5B47-BD0A-C2BB6AF9B311}" type="presParOf" srcId="{107583A7-5721-224D-AF7B-D9A6396FB77B}" destId="{17904285-85AC-914B-A22A-60B1451A4819}" srcOrd="2" destOrd="0" presId="urn:microsoft.com/office/officeart/2008/layout/LinedList"/>
    <dgm:cxn modelId="{2E6B5354-0CF9-B247-917F-7FBEF601E2A0}" type="presParOf" srcId="{107583A7-5721-224D-AF7B-D9A6396FB77B}" destId="{CE6CCB59-DE32-7943-9154-2C241835B817}" srcOrd="3" destOrd="0" presId="urn:microsoft.com/office/officeart/2008/layout/LinedList"/>
    <dgm:cxn modelId="{FE38DE91-772E-B140-B198-69B154E831F3}" type="presParOf" srcId="{CE6CCB59-DE32-7943-9154-2C241835B817}" destId="{6FC5518E-6381-5B45-9C52-EDC037595497}" srcOrd="0" destOrd="0" presId="urn:microsoft.com/office/officeart/2008/layout/LinedList"/>
    <dgm:cxn modelId="{61ED2C2C-0EF2-DD41-8E14-E551AD18AB30}" type="presParOf" srcId="{CE6CCB59-DE32-7943-9154-2C241835B817}" destId="{4242D29D-3D8A-F544-9946-5DDD035DDEDE}" srcOrd="1" destOrd="0" presId="urn:microsoft.com/office/officeart/2008/layout/LinedList"/>
    <dgm:cxn modelId="{F8CBC8E6-1E59-D94C-9DF9-4FA3FEB0DD6E}" type="presParOf" srcId="{4242D29D-3D8A-F544-9946-5DDD035DDEDE}" destId="{53F9837F-D635-0C41-BC63-25BB55007E68}" srcOrd="0" destOrd="0" presId="urn:microsoft.com/office/officeart/2008/layout/LinedList"/>
    <dgm:cxn modelId="{2C676488-8DDD-1845-AEEF-F3F19A5C644A}" type="presParOf" srcId="{4242D29D-3D8A-F544-9946-5DDD035DDEDE}" destId="{29221658-1E9D-924E-BA2F-F871B189FDCB}" srcOrd="1" destOrd="0" presId="urn:microsoft.com/office/officeart/2008/layout/LinedList"/>
    <dgm:cxn modelId="{F7B478DF-952D-684E-88FF-60BFBB1611B6}" type="presParOf" srcId="{29221658-1E9D-924E-BA2F-F871B189FDCB}" destId="{E79A6A59-42C2-D345-997B-2B7F592F1CBA}" srcOrd="0" destOrd="0" presId="urn:microsoft.com/office/officeart/2008/layout/LinedList"/>
    <dgm:cxn modelId="{63490BC0-9D57-A840-8D8A-56EB36EB2E5F}" type="presParOf" srcId="{29221658-1E9D-924E-BA2F-F871B189FDCB}" destId="{110B965D-5957-1540-AA5F-F7E9991F4295}" srcOrd="1" destOrd="0" presId="urn:microsoft.com/office/officeart/2008/layout/LinedList"/>
    <dgm:cxn modelId="{CD5497C0-25F5-C641-A10C-797F638C4AD5}" type="presParOf" srcId="{29221658-1E9D-924E-BA2F-F871B189FDCB}" destId="{90E5AAD4-9E46-8E4E-A195-9482C1ADD1E5}" srcOrd="2" destOrd="0" presId="urn:microsoft.com/office/officeart/2008/layout/LinedList"/>
    <dgm:cxn modelId="{0636E854-A64A-8245-82D4-C13341F1598A}" type="presParOf" srcId="{4242D29D-3D8A-F544-9946-5DDD035DDEDE}" destId="{A27BAA11-F342-5240-ACB2-C33F2F296C76}" srcOrd="2" destOrd="0" presId="urn:microsoft.com/office/officeart/2008/layout/LinedList"/>
    <dgm:cxn modelId="{8F89078B-901B-FE47-B534-7D59824170CA}" type="presParOf" srcId="{4242D29D-3D8A-F544-9946-5DDD035DDEDE}" destId="{700E4D99-038B-7C4F-AFB3-2824070C3847}" srcOrd="3" destOrd="0" presId="urn:microsoft.com/office/officeart/2008/layout/LinedList"/>
    <dgm:cxn modelId="{EB8A18A9-C1F8-FC48-BBB1-CA13D38B68AD}" type="presParOf" srcId="{4242D29D-3D8A-F544-9946-5DDD035DDEDE}" destId="{FB1D3F63-2E44-5C49-8E89-1DA460931375}" srcOrd="4" destOrd="0" presId="urn:microsoft.com/office/officeart/2008/layout/LinedList"/>
    <dgm:cxn modelId="{7EBB3861-E707-9249-9D80-15501F9456C9}" type="presParOf" srcId="{FB1D3F63-2E44-5C49-8E89-1DA460931375}" destId="{CD3897F8-415C-EB4C-B598-C3D27150E339}" srcOrd="0" destOrd="0" presId="urn:microsoft.com/office/officeart/2008/layout/LinedList"/>
    <dgm:cxn modelId="{975CEA87-7DAC-8B4F-96DB-B45BE494F2B2}" type="presParOf" srcId="{FB1D3F63-2E44-5C49-8E89-1DA460931375}" destId="{33E0A3FA-1E16-F447-8C5A-DA7086A3FB36}" srcOrd="1" destOrd="0" presId="urn:microsoft.com/office/officeart/2008/layout/LinedList"/>
    <dgm:cxn modelId="{1C8D5C34-CDFB-3E46-8A67-70A4B7EC7D92}" type="presParOf" srcId="{FB1D3F63-2E44-5C49-8E89-1DA460931375}" destId="{D9F0A1BD-4F51-9549-AA9C-3BA76C55EB06}" srcOrd="2" destOrd="0" presId="urn:microsoft.com/office/officeart/2008/layout/LinedList"/>
    <dgm:cxn modelId="{1A2A316E-E291-254D-A0F9-2C0292D22972}" type="presParOf" srcId="{4242D29D-3D8A-F544-9946-5DDD035DDEDE}" destId="{936D5841-1E03-E74F-9789-320281EADD70}" srcOrd="5" destOrd="0" presId="urn:microsoft.com/office/officeart/2008/layout/LinedList"/>
    <dgm:cxn modelId="{0482CC0C-DDBD-A048-91C9-D944D62245F3}" type="presParOf" srcId="{4242D29D-3D8A-F544-9946-5DDD035DDEDE}" destId="{E0CBEDBC-4923-004E-859D-891EA36BCD6D}" srcOrd="6" destOrd="0" presId="urn:microsoft.com/office/officeart/2008/layout/LinedList"/>
    <dgm:cxn modelId="{C50A7003-B9DA-F349-80F7-DAAB53A786C9}" type="presParOf" srcId="{4242D29D-3D8A-F544-9946-5DDD035DDEDE}" destId="{3003D961-9791-104C-A428-873239DE4184}" srcOrd="7" destOrd="0" presId="urn:microsoft.com/office/officeart/2008/layout/LinedList"/>
    <dgm:cxn modelId="{03BE81FB-7B03-424D-8BAC-CFD56A2D8BBC}" type="presParOf" srcId="{3003D961-9791-104C-A428-873239DE4184}" destId="{E80AABEE-35D1-B047-848D-3BD86BA4700B}" srcOrd="0" destOrd="0" presId="urn:microsoft.com/office/officeart/2008/layout/LinedList"/>
    <dgm:cxn modelId="{65D33F4F-2A70-8A4B-A00B-29FA72410C7C}" type="presParOf" srcId="{3003D961-9791-104C-A428-873239DE4184}" destId="{E3A5EA68-7E62-614D-9305-EC379AF73A23}" srcOrd="1" destOrd="0" presId="urn:microsoft.com/office/officeart/2008/layout/LinedList"/>
    <dgm:cxn modelId="{94FA273A-8DC7-BC43-A5BA-5F921E58C387}" type="presParOf" srcId="{3003D961-9791-104C-A428-873239DE4184}" destId="{062CD61F-611D-BF44-BFB1-C6C56F365A73}" srcOrd="2" destOrd="0" presId="urn:microsoft.com/office/officeart/2008/layout/LinedList"/>
    <dgm:cxn modelId="{4DE92FF2-18E3-A249-88B0-F8B575DE7A88}" type="presParOf" srcId="{4242D29D-3D8A-F544-9946-5DDD035DDEDE}" destId="{F4883118-600F-0A4C-A208-E617B9166B18}" srcOrd="8" destOrd="0" presId="urn:microsoft.com/office/officeart/2008/layout/LinedList"/>
    <dgm:cxn modelId="{4737FB13-C845-C14D-AC1C-7FCA00B3831B}" type="presParOf" srcId="{4242D29D-3D8A-F544-9946-5DDD035DDEDE}" destId="{37CFCE2D-2676-3243-BE6C-D97A23039D41}" srcOrd="9" destOrd="0" presId="urn:microsoft.com/office/officeart/2008/layout/LinedList"/>
    <dgm:cxn modelId="{56A63418-C7D0-8A43-A1D9-A6927A8A9FC7}" type="presParOf" srcId="{4242D29D-3D8A-F544-9946-5DDD035DDEDE}" destId="{A1508F27-AEA8-8A42-B9C3-BD5A80E1E6FC}" srcOrd="10" destOrd="0" presId="urn:microsoft.com/office/officeart/2008/layout/LinedList"/>
    <dgm:cxn modelId="{8BBAC1B2-CA10-844D-A263-A67A1D0C1D4E}" type="presParOf" srcId="{A1508F27-AEA8-8A42-B9C3-BD5A80E1E6FC}" destId="{31B52FEE-6118-8549-A006-B8DEE37F9872}" srcOrd="0" destOrd="0" presId="urn:microsoft.com/office/officeart/2008/layout/LinedList"/>
    <dgm:cxn modelId="{E75BD3C8-EB0E-A84F-8E3D-F9DE1432EC0A}" type="presParOf" srcId="{A1508F27-AEA8-8A42-B9C3-BD5A80E1E6FC}" destId="{99BABAF0-67F6-AF43-8C30-9DD08114E551}" srcOrd="1" destOrd="0" presId="urn:microsoft.com/office/officeart/2008/layout/LinedList"/>
    <dgm:cxn modelId="{1343B42F-C4EE-0B49-8FE9-27C3412D18CA}" type="presParOf" srcId="{A1508F27-AEA8-8A42-B9C3-BD5A80E1E6FC}" destId="{0E9FFD95-B982-0A4E-9D6C-B3EBE672637D}" srcOrd="2" destOrd="0" presId="urn:microsoft.com/office/officeart/2008/layout/LinedList"/>
    <dgm:cxn modelId="{CCBA107C-E26E-FE4E-92BC-2F6A2B8C5F2C}" type="presParOf" srcId="{4242D29D-3D8A-F544-9946-5DDD035DDEDE}" destId="{D8A93E00-EC47-4C41-8C17-484BC9869BA1}" srcOrd="11" destOrd="0" presId="urn:microsoft.com/office/officeart/2008/layout/LinedList"/>
    <dgm:cxn modelId="{A53F5061-F0AF-6B4D-9CF5-37CD28C7F166}" type="presParOf" srcId="{4242D29D-3D8A-F544-9946-5DDD035DDEDE}" destId="{741DE22A-827F-3A41-B456-45E4F79B0309}" srcOrd="12" destOrd="0" presId="urn:microsoft.com/office/officeart/2008/layout/LinedList"/>
    <dgm:cxn modelId="{37245705-E79E-974D-BCE1-F559B31D6608}" type="presParOf" srcId="{4242D29D-3D8A-F544-9946-5DDD035DDEDE}" destId="{6B963FF5-6123-8546-BDBE-0439118943B3}" srcOrd="13" destOrd="0" presId="urn:microsoft.com/office/officeart/2008/layout/LinedList"/>
    <dgm:cxn modelId="{580C02B3-0648-E64C-9AF6-83D087404FE3}" type="presParOf" srcId="{6B963FF5-6123-8546-BDBE-0439118943B3}" destId="{6F0C166F-9D7A-EF46-ADC2-EAFE56A94756}" srcOrd="0" destOrd="0" presId="urn:microsoft.com/office/officeart/2008/layout/LinedList"/>
    <dgm:cxn modelId="{C3EDC9A9-1BE5-8843-A803-54FF11BBADFD}" type="presParOf" srcId="{6B963FF5-6123-8546-BDBE-0439118943B3}" destId="{34B51D83-6654-F846-9EFB-F4E714515BFD}" srcOrd="1" destOrd="0" presId="urn:microsoft.com/office/officeart/2008/layout/LinedList"/>
    <dgm:cxn modelId="{C1909F0D-AC46-5444-9A9C-8C3AA6F679FC}" type="presParOf" srcId="{6B963FF5-6123-8546-BDBE-0439118943B3}" destId="{2F6E6693-2EBD-B846-B8C0-D3ED012149A5}" srcOrd="2" destOrd="0" presId="urn:microsoft.com/office/officeart/2008/layout/LinedList"/>
    <dgm:cxn modelId="{BC86EA72-AE3D-CE40-801D-FA1BF4B87EAF}" type="presParOf" srcId="{4242D29D-3D8A-F544-9946-5DDD035DDEDE}" destId="{A0243A2F-0EB6-0545-8A18-5D35143402E9}" srcOrd="14" destOrd="0" presId="urn:microsoft.com/office/officeart/2008/layout/LinedList"/>
    <dgm:cxn modelId="{6375DEC8-8C09-C646-B8C9-34D94EE7F826}" type="presParOf" srcId="{4242D29D-3D8A-F544-9946-5DDD035DDEDE}" destId="{8227C0B6-4AFD-2648-BA08-60EF45DBA363}" srcOrd="15" destOrd="0" presId="urn:microsoft.com/office/officeart/2008/layout/LinedList"/>
    <dgm:cxn modelId="{E1BD2EB3-3238-CB41-B033-3C4236B0917E}" type="presParOf" srcId="{107583A7-5721-224D-AF7B-D9A6396FB77B}" destId="{318C993C-8210-EF48-8CB9-E28CBAC13C26}" srcOrd="4" destOrd="0" presId="urn:microsoft.com/office/officeart/2008/layout/LinedList"/>
    <dgm:cxn modelId="{75112D24-FA98-9744-BBB7-6DDD758128FF}" type="presParOf" srcId="{107583A7-5721-224D-AF7B-D9A6396FB77B}" destId="{F689B7CB-A3ED-A347-862D-452B238FB4CC}" srcOrd="5" destOrd="0" presId="urn:microsoft.com/office/officeart/2008/layout/LinedList"/>
    <dgm:cxn modelId="{294CC499-9847-3749-B351-938E04E312F8}" type="presParOf" srcId="{F689B7CB-A3ED-A347-862D-452B238FB4CC}" destId="{9EBCCDD5-9A78-B242-86B8-9931F57F84E8}" srcOrd="0" destOrd="0" presId="urn:microsoft.com/office/officeart/2008/layout/LinedList"/>
    <dgm:cxn modelId="{3B9BA3A5-084F-DF49-A2E2-586B49293A7D}" type="presParOf" srcId="{F689B7CB-A3ED-A347-862D-452B238FB4CC}" destId="{81C4526A-A163-DF40-A5E9-6314D2E5D0C8}" srcOrd="1" destOrd="0" presId="urn:microsoft.com/office/officeart/2008/layout/LinedList"/>
    <dgm:cxn modelId="{A35E6718-AFB0-6041-ACA2-B72C3E994762}" type="presParOf" srcId="{81C4526A-A163-DF40-A5E9-6314D2E5D0C8}" destId="{4A4D8A24-492A-F448-85EE-BB4F00295B50}" srcOrd="0" destOrd="0" presId="urn:microsoft.com/office/officeart/2008/layout/LinedList"/>
    <dgm:cxn modelId="{CEC61B8F-664E-1145-80DC-9F328F8A3AF5}" type="presParOf" srcId="{81C4526A-A163-DF40-A5E9-6314D2E5D0C8}" destId="{477CBE1B-26A6-A74D-AB7C-C734B7DE0955}" srcOrd="1" destOrd="0" presId="urn:microsoft.com/office/officeart/2008/layout/LinedList"/>
    <dgm:cxn modelId="{30683AA9-3CC1-7B4D-83EC-CF9FA40F2B43}" type="presParOf" srcId="{477CBE1B-26A6-A74D-AB7C-C734B7DE0955}" destId="{D361D30C-C0CA-D243-89A6-F80C45316AA7}" srcOrd="0" destOrd="0" presId="urn:microsoft.com/office/officeart/2008/layout/LinedList"/>
    <dgm:cxn modelId="{8BD3266E-4662-2D40-B446-BD672251205C}" type="presParOf" srcId="{477CBE1B-26A6-A74D-AB7C-C734B7DE0955}" destId="{0C3F46C2-AFA3-F548-98A6-AD198BD5A08B}" srcOrd="1" destOrd="0" presId="urn:microsoft.com/office/officeart/2008/layout/LinedList"/>
    <dgm:cxn modelId="{70E2D5A8-4C10-764B-AE72-038652DA6DBB}" type="presParOf" srcId="{477CBE1B-26A6-A74D-AB7C-C734B7DE0955}" destId="{A93ECF0A-68FA-C24F-A31C-0C808595A242}" srcOrd="2" destOrd="0" presId="urn:microsoft.com/office/officeart/2008/layout/LinedList"/>
    <dgm:cxn modelId="{1D6FB711-AF21-5945-A268-75E1E99FDC41}" type="presParOf" srcId="{81C4526A-A163-DF40-A5E9-6314D2E5D0C8}" destId="{857BAF2A-8A60-2C43-8623-919E3F0FF618}" srcOrd="2" destOrd="0" presId="urn:microsoft.com/office/officeart/2008/layout/LinedList"/>
    <dgm:cxn modelId="{E40C162C-8A50-2A4C-BCD7-FC919754DE21}" type="presParOf" srcId="{81C4526A-A163-DF40-A5E9-6314D2E5D0C8}" destId="{398AEEC3-101E-0349-9076-D677FBA5189B}" srcOrd="3" destOrd="0" presId="urn:microsoft.com/office/officeart/2008/layout/LinedList"/>
    <dgm:cxn modelId="{1E4A1227-D7CD-484B-BE8D-30E979A54006}" type="presParOf" srcId="{81C4526A-A163-DF40-A5E9-6314D2E5D0C8}" destId="{25A5C177-0552-8B47-8DED-8F83FD227847}" srcOrd="4" destOrd="0" presId="urn:microsoft.com/office/officeart/2008/layout/LinedList"/>
    <dgm:cxn modelId="{DAE8A982-826E-734B-93B4-ADA4BDCC5E4A}" type="presParOf" srcId="{25A5C177-0552-8B47-8DED-8F83FD227847}" destId="{2B0CD689-AA4A-5847-8B53-1F2A180C05AC}" srcOrd="0" destOrd="0" presId="urn:microsoft.com/office/officeart/2008/layout/LinedList"/>
    <dgm:cxn modelId="{556D4B56-874F-794B-A9F5-E3A8315C8C67}" type="presParOf" srcId="{25A5C177-0552-8B47-8DED-8F83FD227847}" destId="{D3B7FC02-714C-714E-929A-C2FFF621EE7E}" srcOrd="1" destOrd="0" presId="urn:microsoft.com/office/officeart/2008/layout/LinedList"/>
    <dgm:cxn modelId="{E45A710B-CB2D-D040-9B9B-3D96DDBE4638}" type="presParOf" srcId="{25A5C177-0552-8B47-8DED-8F83FD227847}" destId="{0112B4DA-0789-2B41-B587-546F192E66EC}" srcOrd="2" destOrd="0" presId="urn:microsoft.com/office/officeart/2008/layout/LinedList"/>
    <dgm:cxn modelId="{141A5E2B-6E22-6248-BC79-CB0882ABEBA8}" type="presParOf" srcId="{81C4526A-A163-DF40-A5E9-6314D2E5D0C8}" destId="{C24165E3-221B-F44E-8450-4DD2FCA4F73F}" srcOrd="5" destOrd="0" presId="urn:microsoft.com/office/officeart/2008/layout/LinedList"/>
    <dgm:cxn modelId="{12DB6632-06C9-1049-823E-8BACF4FB36E9}" type="presParOf" srcId="{81C4526A-A163-DF40-A5E9-6314D2E5D0C8}" destId="{C9E967E0-C55C-CF4B-BCE2-A0F3433AE1B2}" srcOrd="6" destOrd="0" presId="urn:microsoft.com/office/officeart/2008/layout/LinedList"/>
  </dgm:cxnLst>
  <dgm:bg>
    <a:effectLst/>
  </dgm:bg>
  <dgm:whole>
    <a:ln w="9525" cap="flat" cmpd="sng" algn="ctr">
      <a:solidFill>
        <a:schemeClr val="tx1">
          <a:lumMod val="65000"/>
          <a:lumOff val="35000"/>
        </a:schemeClr>
      </a:solidFill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789D68E-657B-1144-91CE-7FBF87D5A9F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4492EC5-F86B-5F4A-BC50-70AFC440F45A}">
      <dgm:prSet phldrT="[Text]" custT="1"/>
      <dgm:spPr/>
      <dgm:t>
        <a:bodyPr anchor="ctr"/>
        <a:lstStyle/>
        <a:p>
          <a:r>
            <a:rPr lang="en-GB" sz="1200" b="1" dirty="0">
              <a:latin typeface="Calibri" panose="020F0502020204030204" pitchFamily="34" charset="0"/>
              <a:cs typeface="Calibri" panose="020F0502020204030204" pitchFamily="34" charset="0"/>
            </a:rPr>
            <a:t>Execution Success:</a:t>
          </a:r>
        </a:p>
      </dgm:t>
    </dgm:pt>
    <dgm:pt modelId="{9756F474-D1F5-4647-A03E-A94E19D6DB24}" type="parTrans" cxnId="{F43D19EE-74FC-3540-958E-46997D43BFB0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344793E-B1D2-C74E-AFD8-2BD663E6288F}" type="sibTrans" cxnId="{F43D19EE-74FC-3540-958E-46997D43BFB0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1F7FBDA-2CCC-1342-8C09-9AAFB6E8AFA3}">
      <dgm:prSet phldrT="[Text]"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Transformation 65% complete</a:t>
          </a:r>
        </a:p>
      </dgm:t>
    </dgm:pt>
    <dgm:pt modelId="{267A4877-F2CF-B94D-900C-9236140A200F}" type="parTrans" cxnId="{7FF47C82-98CB-2B4A-B50D-1D521A56BCF5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C8831FC-9907-054A-86E5-316D857A3F51}" type="sibTrans" cxnId="{7FF47C82-98CB-2B4A-B50D-1D521A56BCF5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81B1EDA-7192-7F40-974D-2ED55DDE4766}">
      <dgm:prSet phldrT="[Text]" custT="1"/>
      <dgm:spPr/>
      <dgm:t>
        <a:bodyPr anchor="ctr"/>
        <a:lstStyle/>
        <a:p>
          <a:r>
            <a:rPr lang="en-GB" sz="1200" b="1" dirty="0">
              <a:latin typeface="Calibri" panose="020F0502020204030204" pitchFamily="34" charset="0"/>
              <a:cs typeface="Calibri" panose="020F0502020204030204" pitchFamily="34" charset="0"/>
            </a:rPr>
            <a:t>Priorities for 2026:</a:t>
          </a:r>
        </a:p>
      </dgm:t>
    </dgm:pt>
    <dgm:pt modelId="{69624A7E-C7A1-5C43-8B05-0F8E4950CDF8}" type="parTrans" cxnId="{E84C7B8B-AB55-D04C-880B-09ED840B9F66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B00E5BC-8BC1-3648-B3EF-A2FE831524DB}" type="sibTrans" cxnId="{E84C7B8B-AB55-D04C-880B-09ED840B9F66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E240759-9C28-C943-B170-F43D541AD4C9}">
      <dgm:prSet phldrT="[Text]"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 Accelerate APJ expansion</a:t>
          </a:r>
          <a:b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- Target: €1.5B cloud revenue</a:t>
          </a:r>
        </a:p>
      </dgm:t>
    </dgm:pt>
    <dgm:pt modelId="{487E250A-7E5C-8D48-B4E0-461248218253}" type="parTrans" cxnId="{55388348-841E-E941-86BE-325BA9803E63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3947183-57A2-7E46-8D42-633BE98F4562}" type="sibTrans" cxnId="{55388348-841E-E941-86BE-325BA9803E63}">
      <dgm:prSet/>
      <dgm:spPr/>
      <dgm:t>
        <a:bodyPr/>
        <a:lstStyle/>
        <a:p>
          <a:endParaRPr lang="en-GB" sz="12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1340E9C-0D0D-CC4C-9A4E-84C3C701BF4C}">
      <dgm:prSet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(58% cloud mix, target: 70%+)</a:t>
          </a:r>
        </a:p>
      </dgm:t>
    </dgm:pt>
    <dgm:pt modelId="{F4745B2F-137A-F540-B120-D3150D03D044}" type="parTrans" cxnId="{8069625A-F3A6-ED4A-A4B6-541190E6428E}">
      <dgm:prSet/>
      <dgm:spPr/>
      <dgm:t>
        <a:bodyPr/>
        <a:lstStyle/>
        <a:p>
          <a:endParaRPr lang="en-GB"/>
        </a:p>
      </dgm:t>
    </dgm:pt>
    <dgm:pt modelId="{88DA3AFA-ED9D-1F44-A7DB-FF15A6FFCF71}" type="sibTrans" cxnId="{8069625A-F3A6-ED4A-A4B6-541190E6428E}">
      <dgm:prSet/>
      <dgm:spPr/>
      <dgm:t>
        <a:bodyPr/>
        <a:lstStyle/>
        <a:p>
          <a:endParaRPr lang="en-GB"/>
        </a:p>
      </dgm:t>
    </dgm:pt>
    <dgm:pt modelId="{651EAB2B-8D68-B04A-9B17-E9CA7779609A}">
      <dgm:prSet custT="1"/>
      <dgm:spPr/>
      <dgm:t>
        <a:bodyPr/>
        <a:lstStyle/>
        <a:p>
          <a:r>
            <a:rPr lang="en-GB" sz="1200">
              <a:latin typeface="Calibri" panose="020F0502020204030204" pitchFamily="34" charset="0"/>
              <a:cs typeface="Calibri" panose="020F0502020204030204" pitchFamily="34" charset="0"/>
            </a:rPr>
            <a:t>Margin discipline maintained</a:t>
          </a:r>
          <a:endParaRPr lang="en-GB" sz="12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733C98A-49C5-7449-8911-DCB287870487}" type="parTrans" cxnId="{33186F77-E980-7C49-BF27-B1B0FC8CE24A}">
      <dgm:prSet/>
      <dgm:spPr/>
      <dgm:t>
        <a:bodyPr/>
        <a:lstStyle/>
        <a:p>
          <a:endParaRPr lang="en-GB"/>
        </a:p>
      </dgm:t>
    </dgm:pt>
    <dgm:pt modelId="{A92DAFC1-8EDB-EA42-8643-C60529998A0E}" type="sibTrans" cxnId="{33186F77-E980-7C49-BF27-B1B0FC8CE24A}">
      <dgm:prSet/>
      <dgm:spPr/>
      <dgm:t>
        <a:bodyPr/>
        <a:lstStyle/>
        <a:p>
          <a:endParaRPr lang="en-GB"/>
        </a:p>
      </dgm:t>
    </dgm:pt>
    <dgm:pt modelId="{1E59A73D-6E82-0941-8817-729000303487}">
      <dgm:prSet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Customer retention strong</a:t>
          </a:r>
        </a:p>
      </dgm:t>
    </dgm:pt>
    <dgm:pt modelId="{B864BF3E-988D-944B-9DD0-BBBE79F41283}" type="parTrans" cxnId="{90495324-22F8-6448-97A9-2B3BF2F0545D}">
      <dgm:prSet/>
      <dgm:spPr/>
      <dgm:t>
        <a:bodyPr/>
        <a:lstStyle/>
        <a:p>
          <a:endParaRPr lang="en-GB"/>
        </a:p>
      </dgm:t>
    </dgm:pt>
    <dgm:pt modelId="{3DB8119E-5171-C74D-AAD0-777570537C54}" type="sibTrans" cxnId="{90495324-22F8-6448-97A9-2B3BF2F0545D}">
      <dgm:prSet/>
      <dgm:spPr/>
      <dgm:t>
        <a:bodyPr/>
        <a:lstStyle/>
        <a:p>
          <a:endParaRPr lang="en-GB"/>
        </a:p>
      </dgm:t>
    </dgm:pt>
    <dgm:pt modelId="{55F82621-9E4F-CD4B-B4DC-05D0986093FF}">
      <dgm:prSet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 Capture Q4 seasonality</a:t>
          </a:r>
          <a:b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- Required: €6.0B+ to meet guidance</a:t>
          </a:r>
        </a:p>
      </dgm:t>
    </dgm:pt>
    <dgm:pt modelId="{6D1BF7BC-C845-1944-8811-8D673BD140A0}" type="parTrans" cxnId="{8F9DA992-94AE-7F49-8B01-25607B49E7A8}">
      <dgm:prSet/>
      <dgm:spPr/>
      <dgm:t>
        <a:bodyPr/>
        <a:lstStyle/>
        <a:p>
          <a:endParaRPr lang="en-GB"/>
        </a:p>
      </dgm:t>
    </dgm:pt>
    <dgm:pt modelId="{1715312A-E913-034E-A4F1-53FFAB36DFBA}" type="sibTrans" cxnId="{8F9DA992-94AE-7F49-8B01-25607B49E7A8}">
      <dgm:prSet/>
      <dgm:spPr/>
      <dgm:t>
        <a:bodyPr/>
        <a:lstStyle/>
        <a:p>
          <a:endParaRPr lang="en-GB"/>
        </a:p>
      </dgm:t>
    </dgm:pt>
    <dgm:pt modelId="{1273C54D-8ED5-8B4B-ACD9-ABAB520D9BEA}">
      <dgm:prSet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 Reduce geographic risk</a:t>
          </a:r>
          <a:b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- Target: HHI &lt; 3,000</a:t>
          </a:r>
        </a:p>
      </dgm:t>
    </dgm:pt>
    <dgm:pt modelId="{5FB6D965-C843-F842-825E-943DB3DCC0F6}" type="parTrans" cxnId="{F56177F0-C315-0E4B-85D9-04336AFD443C}">
      <dgm:prSet/>
      <dgm:spPr/>
      <dgm:t>
        <a:bodyPr/>
        <a:lstStyle/>
        <a:p>
          <a:endParaRPr lang="en-GB"/>
        </a:p>
      </dgm:t>
    </dgm:pt>
    <dgm:pt modelId="{19BEE618-684F-1F45-9717-A62DFE9C2858}" type="sibTrans" cxnId="{F56177F0-C315-0E4B-85D9-04336AFD443C}">
      <dgm:prSet/>
      <dgm:spPr/>
      <dgm:t>
        <a:bodyPr/>
        <a:lstStyle/>
        <a:p>
          <a:endParaRPr lang="en-GB"/>
        </a:p>
      </dgm:t>
    </dgm:pt>
    <dgm:pt modelId="{CA815FF6-C2D5-624C-8ABB-6FD42FBABB1B}">
      <dgm:prSet phldrT="[Text]"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 Maintain margin trajectory</a:t>
          </a:r>
          <a:b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- Target: 76-77% cloud margin</a:t>
          </a:r>
        </a:p>
      </dgm:t>
    </dgm:pt>
    <dgm:pt modelId="{A37D1A80-BC9E-444A-8A4B-C4B47540B7F6}" type="parTrans" cxnId="{096B1AFF-8E8F-6C4A-9977-E54D5C54937E}">
      <dgm:prSet/>
      <dgm:spPr/>
      <dgm:t>
        <a:bodyPr/>
        <a:lstStyle/>
        <a:p>
          <a:endParaRPr lang="en-GB"/>
        </a:p>
      </dgm:t>
    </dgm:pt>
    <dgm:pt modelId="{3EF81033-DA93-A14D-8F63-2E1BB74BC192}" type="sibTrans" cxnId="{096B1AFF-8E8F-6C4A-9977-E54D5C54937E}">
      <dgm:prSet/>
      <dgm:spPr/>
      <dgm:t>
        <a:bodyPr/>
        <a:lstStyle/>
        <a:p>
          <a:endParaRPr lang="en-GB"/>
        </a:p>
      </dgm:t>
    </dgm:pt>
    <dgm:pt modelId="{707DF891-1B8E-9F4A-802D-BC25F9C24EE9}" type="pres">
      <dgm:prSet presAssocID="{C789D68E-657B-1144-91CE-7FBF87D5A9F1}" presName="vert0" presStyleCnt="0">
        <dgm:presLayoutVars>
          <dgm:dir/>
          <dgm:animOne val="branch"/>
          <dgm:animLvl val="lvl"/>
        </dgm:presLayoutVars>
      </dgm:prSet>
      <dgm:spPr/>
    </dgm:pt>
    <dgm:pt modelId="{AAF781EF-F2FC-2A41-ABB8-7BF325755DB1}" type="pres">
      <dgm:prSet presAssocID="{74492EC5-F86B-5F4A-BC50-70AFC440F45A}" presName="thickLine" presStyleLbl="alignNode1" presStyleIdx="0" presStyleCnt="2"/>
      <dgm:spPr/>
    </dgm:pt>
    <dgm:pt modelId="{99EA4F07-684E-C34B-8265-329546DE3295}" type="pres">
      <dgm:prSet presAssocID="{74492EC5-F86B-5F4A-BC50-70AFC440F45A}" presName="horz1" presStyleCnt="0"/>
      <dgm:spPr/>
    </dgm:pt>
    <dgm:pt modelId="{FA9D91CA-7ED9-6341-8C74-1021D04F5882}" type="pres">
      <dgm:prSet presAssocID="{74492EC5-F86B-5F4A-BC50-70AFC440F45A}" presName="tx1" presStyleLbl="revTx" presStyleIdx="0" presStyleCnt="10"/>
      <dgm:spPr/>
    </dgm:pt>
    <dgm:pt modelId="{F99B0868-9800-6E40-AC03-8DE3A2C2B161}" type="pres">
      <dgm:prSet presAssocID="{74492EC5-F86B-5F4A-BC50-70AFC440F45A}" presName="vert1" presStyleCnt="0"/>
      <dgm:spPr/>
    </dgm:pt>
    <dgm:pt modelId="{C84C1203-48CB-0147-845C-CFF6CA801FC4}" type="pres">
      <dgm:prSet presAssocID="{C1F7FBDA-2CCC-1342-8C09-9AAFB6E8AFA3}" presName="vertSpace2a" presStyleCnt="0"/>
      <dgm:spPr/>
    </dgm:pt>
    <dgm:pt modelId="{235A07DD-14A9-BB48-ADA3-E3B9984F6244}" type="pres">
      <dgm:prSet presAssocID="{C1F7FBDA-2CCC-1342-8C09-9AAFB6E8AFA3}" presName="horz2" presStyleCnt="0"/>
      <dgm:spPr/>
    </dgm:pt>
    <dgm:pt modelId="{8646214A-BDD5-E94A-B945-AEA209F0682E}" type="pres">
      <dgm:prSet presAssocID="{C1F7FBDA-2CCC-1342-8C09-9AAFB6E8AFA3}" presName="horzSpace2" presStyleCnt="0"/>
      <dgm:spPr/>
    </dgm:pt>
    <dgm:pt modelId="{5E9DB2AF-79AD-F24B-9BDA-486625E313A5}" type="pres">
      <dgm:prSet presAssocID="{C1F7FBDA-2CCC-1342-8C09-9AAFB6E8AFA3}" presName="tx2" presStyleLbl="revTx" presStyleIdx="1" presStyleCnt="10"/>
      <dgm:spPr/>
    </dgm:pt>
    <dgm:pt modelId="{4D6B9AE4-FABA-7544-8DB3-759104B59E3C}" type="pres">
      <dgm:prSet presAssocID="{C1F7FBDA-2CCC-1342-8C09-9AAFB6E8AFA3}" presName="vert2" presStyleCnt="0"/>
      <dgm:spPr/>
    </dgm:pt>
    <dgm:pt modelId="{9BB85CB4-2CA1-AC4A-9E16-E3DD91C5D7AE}" type="pres">
      <dgm:prSet presAssocID="{C1F7FBDA-2CCC-1342-8C09-9AAFB6E8AFA3}" presName="thinLine2b" presStyleLbl="callout" presStyleIdx="0" presStyleCnt="8"/>
      <dgm:spPr/>
    </dgm:pt>
    <dgm:pt modelId="{F4A54587-F0F5-964D-A7F9-858789239481}" type="pres">
      <dgm:prSet presAssocID="{C1F7FBDA-2CCC-1342-8C09-9AAFB6E8AFA3}" presName="vertSpace2b" presStyleCnt="0"/>
      <dgm:spPr/>
    </dgm:pt>
    <dgm:pt modelId="{BAC3A043-9FAB-6549-9B66-BB433BAA74EA}" type="pres">
      <dgm:prSet presAssocID="{31340E9C-0D0D-CC4C-9A4E-84C3C701BF4C}" presName="horz2" presStyleCnt="0"/>
      <dgm:spPr/>
    </dgm:pt>
    <dgm:pt modelId="{183A4DAC-541F-DC43-9CB7-46BF6DAAA7BE}" type="pres">
      <dgm:prSet presAssocID="{31340E9C-0D0D-CC4C-9A4E-84C3C701BF4C}" presName="horzSpace2" presStyleCnt="0"/>
      <dgm:spPr/>
    </dgm:pt>
    <dgm:pt modelId="{8E545250-27EA-1F43-8486-C935880E6D6F}" type="pres">
      <dgm:prSet presAssocID="{31340E9C-0D0D-CC4C-9A4E-84C3C701BF4C}" presName="tx2" presStyleLbl="revTx" presStyleIdx="2" presStyleCnt="10"/>
      <dgm:spPr/>
    </dgm:pt>
    <dgm:pt modelId="{4B27986B-3158-4145-A808-AC5CB5962065}" type="pres">
      <dgm:prSet presAssocID="{31340E9C-0D0D-CC4C-9A4E-84C3C701BF4C}" presName="vert2" presStyleCnt="0"/>
      <dgm:spPr/>
    </dgm:pt>
    <dgm:pt modelId="{6D5AEA72-D3D4-B544-809E-C5CBB3A5DA4D}" type="pres">
      <dgm:prSet presAssocID="{31340E9C-0D0D-CC4C-9A4E-84C3C701BF4C}" presName="thinLine2b" presStyleLbl="callout" presStyleIdx="1" presStyleCnt="8"/>
      <dgm:spPr/>
    </dgm:pt>
    <dgm:pt modelId="{AE884FCA-10CF-444F-A13D-3D64C92A0257}" type="pres">
      <dgm:prSet presAssocID="{31340E9C-0D0D-CC4C-9A4E-84C3C701BF4C}" presName="vertSpace2b" presStyleCnt="0"/>
      <dgm:spPr/>
    </dgm:pt>
    <dgm:pt modelId="{3BCADB67-28BE-EA4E-B5C8-DA6230AB82A3}" type="pres">
      <dgm:prSet presAssocID="{651EAB2B-8D68-B04A-9B17-E9CA7779609A}" presName="horz2" presStyleCnt="0"/>
      <dgm:spPr/>
    </dgm:pt>
    <dgm:pt modelId="{3858FA50-29B5-4D4B-8987-308CE7B774E0}" type="pres">
      <dgm:prSet presAssocID="{651EAB2B-8D68-B04A-9B17-E9CA7779609A}" presName="horzSpace2" presStyleCnt="0"/>
      <dgm:spPr/>
    </dgm:pt>
    <dgm:pt modelId="{10833B1B-E2DF-FC4C-BA6A-D0C1DAAB47A0}" type="pres">
      <dgm:prSet presAssocID="{651EAB2B-8D68-B04A-9B17-E9CA7779609A}" presName="tx2" presStyleLbl="revTx" presStyleIdx="3" presStyleCnt="10"/>
      <dgm:spPr/>
    </dgm:pt>
    <dgm:pt modelId="{71BCD057-D35E-6B4D-BFE9-AE65451E2C81}" type="pres">
      <dgm:prSet presAssocID="{651EAB2B-8D68-B04A-9B17-E9CA7779609A}" presName="vert2" presStyleCnt="0"/>
      <dgm:spPr/>
    </dgm:pt>
    <dgm:pt modelId="{6163FE5F-69CA-5247-960C-EF23A70D0D2E}" type="pres">
      <dgm:prSet presAssocID="{651EAB2B-8D68-B04A-9B17-E9CA7779609A}" presName="thinLine2b" presStyleLbl="callout" presStyleIdx="2" presStyleCnt="8"/>
      <dgm:spPr/>
    </dgm:pt>
    <dgm:pt modelId="{4E805C97-DE79-2546-B401-8306F7EF959B}" type="pres">
      <dgm:prSet presAssocID="{651EAB2B-8D68-B04A-9B17-E9CA7779609A}" presName="vertSpace2b" presStyleCnt="0"/>
      <dgm:spPr/>
    </dgm:pt>
    <dgm:pt modelId="{9572BD84-8A68-8D4E-81FC-885DE1EB4D1D}" type="pres">
      <dgm:prSet presAssocID="{1E59A73D-6E82-0941-8817-729000303487}" presName="horz2" presStyleCnt="0"/>
      <dgm:spPr/>
    </dgm:pt>
    <dgm:pt modelId="{30548FB1-481A-0E4E-A17C-5C86286618CD}" type="pres">
      <dgm:prSet presAssocID="{1E59A73D-6E82-0941-8817-729000303487}" presName="horzSpace2" presStyleCnt="0"/>
      <dgm:spPr/>
    </dgm:pt>
    <dgm:pt modelId="{A6DD7EBF-0B69-4440-BD29-9F04E35A48FC}" type="pres">
      <dgm:prSet presAssocID="{1E59A73D-6E82-0941-8817-729000303487}" presName="tx2" presStyleLbl="revTx" presStyleIdx="4" presStyleCnt="10"/>
      <dgm:spPr/>
    </dgm:pt>
    <dgm:pt modelId="{C946BD59-7CEA-6548-B18C-9383ECFAF07D}" type="pres">
      <dgm:prSet presAssocID="{1E59A73D-6E82-0941-8817-729000303487}" presName="vert2" presStyleCnt="0"/>
      <dgm:spPr/>
    </dgm:pt>
    <dgm:pt modelId="{D74F4394-8649-6D44-9EA3-B3C100554497}" type="pres">
      <dgm:prSet presAssocID="{1E59A73D-6E82-0941-8817-729000303487}" presName="thinLine2b" presStyleLbl="callout" presStyleIdx="3" presStyleCnt="8"/>
      <dgm:spPr/>
    </dgm:pt>
    <dgm:pt modelId="{9BBE3FDF-EB04-F247-97B4-A447B3A1768F}" type="pres">
      <dgm:prSet presAssocID="{1E59A73D-6E82-0941-8817-729000303487}" presName="vertSpace2b" presStyleCnt="0"/>
      <dgm:spPr/>
    </dgm:pt>
    <dgm:pt modelId="{A7F0339C-1096-0145-A3FB-6E0559633242}" type="pres">
      <dgm:prSet presAssocID="{C81B1EDA-7192-7F40-974D-2ED55DDE4766}" presName="thickLine" presStyleLbl="alignNode1" presStyleIdx="1" presStyleCnt="2"/>
      <dgm:spPr/>
    </dgm:pt>
    <dgm:pt modelId="{80F7FD8E-953E-2A41-8FA9-249E18F6CA2D}" type="pres">
      <dgm:prSet presAssocID="{C81B1EDA-7192-7F40-974D-2ED55DDE4766}" presName="horz1" presStyleCnt="0"/>
      <dgm:spPr/>
    </dgm:pt>
    <dgm:pt modelId="{96AB46CD-5D21-DA43-A2FE-043184239B8B}" type="pres">
      <dgm:prSet presAssocID="{C81B1EDA-7192-7F40-974D-2ED55DDE4766}" presName="tx1" presStyleLbl="revTx" presStyleIdx="5" presStyleCnt="10"/>
      <dgm:spPr/>
    </dgm:pt>
    <dgm:pt modelId="{1EF71FCA-3D8F-9247-8533-D11C339F22DA}" type="pres">
      <dgm:prSet presAssocID="{C81B1EDA-7192-7F40-974D-2ED55DDE4766}" presName="vert1" presStyleCnt="0"/>
      <dgm:spPr/>
    </dgm:pt>
    <dgm:pt modelId="{C6970019-1218-D74D-A7C3-3DBCFCB253FF}" type="pres">
      <dgm:prSet presAssocID="{CE240759-9C28-C943-B170-F43D541AD4C9}" presName="vertSpace2a" presStyleCnt="0"/>
      <dgm:spPr/>
    </dgm:pt>
    <dgm:pt modelId="{09CCDE07-FA74-2F4B-84BA-5BC20D5FF9F4}" type="pres">
      <dgm:prSet presAssocID="{CE240759-9C28-C943-B170-F43D541AD4C9}" presName="horz2" presStyleCnt="0"/>
      <dgm:spPr/>
    </dgm:pt>
    <dgm:pt modelId="{54775641-98CF-6A47-9C24-162A4B857FB7}" type="pres">
      <dgm:prSet presAssocID="{CE240759-9C28-C943-B170-F43D541AD4C9}" presName="horzSpace2" presStyleCnt="0"/>
      <dgm:spPr/>
    </dgm:pt>
    <dgm:pt modelId="{A8CB1DA9-A78B-244A-BBF1-A613DFF5E4EC}" type="pres">
      <dgm:prSet presAssocID="{CE240759-9C28-C943-B170-F43D541AD4C9}" presName="tx2" presStyleLbl="revTx" presStyleIdx="6" presStyleCnt="10"/>
      <dgm:spPr/>
    </dgm:pt>
    <dgm:pt modelId="{A5E94841-653B-CF48-82C1-6F419927CB69}" type="pres">
      <dgm:prSet presAssocID="{CE240759-9C28-C943-B170-F43D541AD4C9}" presName="vert2" presStyleCnt="0"/>
      <dgm:spPr/>
    </dgm:pt>
    <dgm:pt modelId="{A1DEC5D2-B02B-BB42-940C-7F703B8C35B0}" type="pres">
      <dgm:prSet presAssocID="{CE240759-9C28-C943-B170-F43D541AD4C9}" presName="thinLine2b" presStyleLbl="callout" presStyleIdx="4" presStyleCnt="8"/>
      <dgm:spPr/>
    </dgm:pt>
    <dgm:pt modelId="{616BC318-4A1F-E14F-BF0B-A35FFA0EF672}" type="pres">
      <dgm:prSet presAssocID="{CE240759-9C28-C943-B170-F43D541AD4C9}" presName="vertSpace2b" presStyleCnt="0"/>
      <dgm:spPr/>
    </dgm:pt>
    <dgm:pt modelId="{923841BB-361F-1740-855B-3434ACB3AABE}" type="pres">
      <dgm:prSet presAssocID="{CA815FF6-C2D5-624C-8ABB-6FD42FBABB1B}" presName="horz2" presStyleCnt="0"/>
      <dgm:spPr/>
    </dgm:pt>
    <dgm:pt modelId="{3D8B0B41-E660-194C-87D6-71C97E18DAE6}" type="pres">
      <dgm:prSet presAssocID="{CA815FF6-C2D5-624C-8ABB-6FD42FBABB1B}" presName="horzSpace2" presStyleCnt="0"/>
      <dgm:spPr/>
    </dgm:pt>
    <dgm:pt modelId="{B2814818-167F-214D-9EC2-8AAAB5449310}" type="pres">
      <dgm:prSet presAssocID="{CA815FF6-C2D5-624C-8ABB-6FD42FBABB1B}" presName="tx2" presStyleLbl="revTx" presStyleIdx="7" presStyleCnt="10"/>
      <dgm:spPr/>
    </dgm:pt>
    <dgm:pt modelId="{B70FCA7E-18F5-2F4C-ABF5-EB0DFC4E2199}" type="pres">
      <dgm:prSet presAssocID="{CA815FF6-C2D5-624C-8ABB-6FD42FBABB1B}" presName="vert2" presStyleCnt="0"/>
      <dgm:spPr/>
    </dgm:pt>
    <dgm:pt modelId="{26C4114C-E084-A64F-9571-EC5ACF16E824}" type="pres">
      <dgm:prSet presAssocID="{CA815FF6-C2D5-624C-8ABB-6FD42FBABB1B}" presName="thinLine2b" presStyleLbl="callout" presStyleIdx="5" presStyleCnt="8"/>
      <dgm:spPr/>
    </dgm:pt>
    <dgm:pt modelId="{ABEFCE68-57AC-F04F-95DA-ABC729CE3074}" type="pres">
      <dgm:prSet presAssocID="{CA815FF6-C2D5-624C-8ABB-6FD42FBABB1B}" presName="vertSpace2b" presStyleCnt="0"/>
      <dgm:spPr/>
    </dgm:pt>
    <dgm:pt modelId="{25CC9745-4D9C-1E40-9CE7-CF7F70B94484}" type="pres">
      <dgm:prSet presAssocID="{55F82621-9E4F-CD4B-B4DC-05D0986093FF}" presName="horz2" presStyleCnt="0"/>
      <dgm:spPr/>
    </dgm:pt>
    <dgm:pt modelId="{B0D15AB3-B4DF-5E4C-A117-AE3FFEEE1CDF}" type="pres">
      <dgm:prSet presAssocID="{55F82621-9E4F-CD4B-B4DC-05D0986093FF}" presName="horzSpace2" presStyleCnt="0"/>
      <dgm:spPr/>
    </dgm:pt>
    <dgm:pt modelId="{3066BB8F-27AF-764F-9978-798C53ABFAD0}" type="pres">
      <dgm:prSet presAssocID="{55F82621-9E4F-CD4B-B4DC-05D0986093FF}" presName="tx2" presStyleLbl="revTx" presStyleIdx="8" presStyleCnt="10"/>
      <dgm:spPr/>
    </dgm:pt>
    <dgm:pt modelId="{1570205A-A868-1C41-8939-50E3A95DDCDD}" type="pres">
      <dgm:prSet presAssocID="{55F82621-9E4F-CD4B-B4DC-05D0986093FF}" presName="vert2" presStyleCnt="0"/>
      <dgm:spPr/>
    </dgm:pt>
    <dgm:pt modelId="{6ED5BD7F-B525-F54C-B17E-B9DB6AAE0EBC}" type="pres">
      <dgm:prSet presAssocID="{55F82621-9E4F-CD4B-B4DC-05D0986093FF}" presName="thinLine2b" presStyleLbl="callout" presStyleIdx="6" presStyleCnt="8"/>
      <dgm:spPr/>
    </dgm:pt>
    <dgm:pt modelId="{42D96DD4-C946-7F4D-8B18-55B1D870B4D9}" type="pres">
      <dgm:prSet presAssocID="{55F82621-9E4F-CD4B-B4DC-05D0986093FF}" presName="vertSpace2b" presStyleCnt="0"/>
      <dgm:spPr/>
    </dgm:pt>
    <dgm:pt modelId="{E65E1D09-C26A-C946-956A-A2DDDE46A067}" type="pres">
      <dgm:prSet presAssocID="{1273C54D-8ED5-8B4B-ACD9-ABAB520D9BEA}" presName="horz2" presStyleCnt="0"/>
      <dgm:spPr/>
    </dgm:pt>
    <dgm:pt modelId="{407FAAA9-2EEE-CB4A-8711-DEC8F65E409A}" type="pres">
      <dgm:prSet presAssocID="{1273C54D-8ED5-8B4B-ACD9-ABAB520D9BEA}" presName="horzSpace2" presStyleCnt="0"/>
      <dgm:spPr/>
    </dgm:pt>
    <dgm:pt modelId="{EC99127A-8D28-1645-92EB-33E131ED6597}" type="pres">
      <dgm:prSet presAssocID="{1273C54D-8ED5-8B4B-ACD9-ABAB520D9BEA}" presName="tx2" presStyleLbl="revTx" presStyleIdx="9" presStyleCnt="10"/>
      <dgm:spPr/>
    </dgm:pt>
    <dgm:pt modelId="{9F605E71-9257-6448-AD58-03D4CA1466C9}" type="pres">
      <dgm:prSet presAssocID="{1273C54D-8ED5-8B4B-ACD9-ABAB520D9BEA}" presName="vert2" presStyleCnt="0"/>
      <dgm:spPr/>
    </dgm:pt>
    <dgm:pt modelId="{8A19F48E-DFB4-EA47-A16A-BBB8E24AB624}" type="pres">
      <dgm:prSet presAssocID="{1273C54D-8ED5-8B4B-ACD9-ABAB520D9BEA}" presName="thinLine2b" presStyleLbl="callout" presStyleIdx="7" presStyleCnt="8"/>
      <dgm:spPr/>
    </dgm:pt>
    <dgm:pt modelId="{4CDE8FB7-ED55-E048-B36E-08B225D0CAA9}" type="pres">
      <dgm:prSet presAssocID="{1273C54D-8ED5-8B4B-ACD9-ABAB520D9BEA}" presName="vertSpace2b" presStyleCnt="0"/>
      <dgm:spPr/>
    </dgm:pt>
  </dgm:ptLst>
  <dgm:cxnLst>
    <dgm:cxn modelId="{A6838B20-1F50-DA4C-B6F7-154D5FE557BE}" type="presOf" srcId="{CE240759-9C28-C943-B170-F43D541AD4C9}" destId="{A8CB1DA9-A78B-244A-BBF1-A613DFF5E4EC}" srcOrd="0" destOrd="0" presId="urn:microsoft.com/office/officeart/2008/layout/LinedList"/>
    <dgm:cxn modelId="{90495324-22F8-6448-97A9-2B3BF2F0545D}" srcId="{74492EC5-F86B-5F4A-BC50-70AFC440F45A}" destId="{1E59A73D-6E82-0941-8817-729000303487}" srcOrd="3" destOrd="0" parTransId="{B864BF3E-988D-944B-9DD0-BBBE79F41283}" sibTransId="{3DB8119E-5171-C74D-AAD0-777570537C54}"/>
    <dgm:cxn modelId="{DAC81F27-8C5A-6046-82D9-20E1C62E2021}" type="presOf" srcId="{1E59A73D-6E82-0941-8817-729000303487}" destId="{A6DD7EBF-0B69-4440-BD29-9F04E35A48FC}" srcOrd="0" destOrd="0" presId="urn:microsoft.com/office/officeart/2008/layout/LinedList"/>
    <dgm:cxn modelId="{2F52043B-85F0-E842-B4F2-0B05C48A1005}" type="presOf" srcId="{C81B1EDA-7192-7F40-974D-2ED55DDE4766}" destId="{96AB46CD-5D21-DA43-A2FE-043184239B8B}" srcOrd="0" destOrd="0" presId="urn:microsoft.com/office/officeart/2008/layout/LinedList"/>
    <dgm:cxn modelId="{55388348-841E-E941-86BE-325BA9803E63}" srcId="{C81B1EDA-7192-7F40-974D-2ED55DDE4766}" destId="{CE240759-9C28-C943-B170-F43D541AD4C9}" srcOrd="0" destOrd="0" parTransId="{487E250A-7E5C-8D48-B4E0-461248218253}" sibTransId="{43947183-57A2-7E46-8D42-633BE98F4562}"/>
    <dgm:cxn modelId="{D621B750-F48A-B84E-8F30-F862B0155535}" type="presOf" srcId="{74492EC5-F86B-5F4A-BC50-70AFC440F45A}" destId="{FA9D91CA-7ED9-6341-8C74-1021D04F5882}" srcOrd="0" destOrd="0" presId="urn:microsoft.com/office/officeart/2008/layout/LinedList"/>
    <dgm:cxn modelId="{8069625A-F3A6-ED4A-A4B6-541190E6428E}" srcId="{74492EC5-F86B-5F4A-BC50-70AFC440F45A}" destId="{31340E9C-0D0D-CC4C-9A4E-84C3C701BF4C}" srcOrd="1" destOrd="0" parTransId="{F4745B2F-137A-F540-B120-D3150D03D044}" sibTransId="{88DA3AFA-ED9D-1F44-A7DB-FF15A6FFCF71}"/>
    <dgm:cxn modelId="{B6BB905D-90D3-444C-9296-88E549A569A3}" type="presOf" srcId="{55F82621-9E4F-CD4B-B4DC-05D0986093FF}" destId="{3066BB8F-27AF-764F-9978-798C53ABFAD0}" srcOrd="0" destOrd="0" presId="urn:microsoft.com/office/officeart/2008/layout/LinedList"/>
    <dgm:cxn modelId="{59340467-5422-054B-93DF-0851E50B58B4}" type="presOf" srcId="{651EAB2B-8D68-B04A-9B17-E9CA7779609A}" destId="{10833B1B-E2DF-FC4C-BA6A-D0C1DAAB47A0}" srcOrd="0" destOrd="0" presId="urn:microsoft.com/office/officeart/2008/layout/LinedList"/>
    <dgm:cxn modelId="{61DAC475-B7D2-8E4F-A34D-B664F92D4AF6}" type="presOf" srcId="{1273C54D-8ED5-8B4B-ACD9-ABAB520D9BEA}" destId="{EC99127A-8D28-1645-92EB-33E131ED6597}" srcOrd="0" destOrd="0" presId="urn:microsoft.com/office/officeart/2008/layout/LinedList"/>
    <dgm:cxn modelId="{33186F77-E980-7C49-BF27-B1B0FC8CE24A}" srcId="{74492EC5-F86B-5F4A-BC50-70AFC440F45A}" destId="{651EAB2B-8D68-B04A-9B17-E9CA7779609A}" srcOrd="2" destOrd="0" parTransId="{3733C98A-49C5-7449-8911-DCB287870487}" sibTransId="{A92DAFC1-8EDB-EA42-8643-C60529998A0E}"/>
    <dgm:cxn modelId="{7FF47C82-98CB-2B4A-B50D-1D521A56BCF5}" srcId="{74492EC5-F86B-5F4A-BC50-70AFC440F45A}" destId="{C1F7FBDA-2CCC-1342-8C09-9AAFB6E8AFA3}" srcOrd="0" destOrd="0" parTransId="{267A4877-F2CF-B94D-900C-9236140A200F}" sibTransId="{BC8831FC-9907-054A-86E5-316D857A3F51}"/>
    <dgm:cxn modelId="{EEC35989-0C7C-0243-BC0B-64D32DB56D16}" type="presOf" srcId="{31340E9C-0D0D-CC4C-9A4E-84C3C701BF4C}" destId="{8E545250-27EA-1F43-8486-C935880E6D6F}" srcOrd="0" destOrd="0" presId="urn:microsoft.com/office/officeart/2008/layout/LinedList"/>
    <dgm:cxn modelId="{E84C7B8B-AB55-D04C-880B-09ED840B9F66}" srcId="{C789D68E-657B-1144-91CE-7FBF87D5A9F1}" destId="{C81B1EDA-7192-7F40-974D-2ED55DDE4766}" srcOrd="1" destOrd="0" parTransId="{69624A7E-C7A1-5C43-8B05-0F8E4950CDF8}" sibTransId="{5B00E5BC-8BC1-3648-B3EF-A2FE831524DB}"/>
    <dgm:cxn modelId="{96BB3591-0BB8-B349-A821-FFDFB5F128D8}" type="presOf" srcId="{C789D68E-657B-1144-91CE-7FBF87D5A9F1}" destId="{707DF891-1B8E-9F4A-802D-BC25F9C24EE9}" srcOrd="0" destOrd="0" presId="urn:microsoft.com/office/officeart/2008/layout/LinedList"/>
    <dgm:cxn modelId="{E5EC7692-5942-C94F-BAB9-187FD1CC3354}" type="presOf" srcId="{C1F7FBDA-2CCC-1342-8C09-9AAFB6E8AFA3}" destId="{5E9DB2AF-79AD-F24B-9BDA-486625E313A5}" srcOrd="0" destOrd="0" presId="urn:microsoft.com/office/officeart/2008/layout/LinedList"/>
    <dgm:cxn modelId="{8F9DA992-94AE-7F49-8B01-25607B49E7A8}" srcId="{C81B1EDA-7192-7F40-974D-2ED55DDE4766}" destId="{55F82621-9E4F-CD4B-B4DC-05D0986093FF}" srcOrd="2" destOrd="0" parTransId="{6D1BF7BC-C845-1944-8811-8D673BD140A0}" sibTransId="{1715312A-E913-034E-A4F1-53FFAB36DFBA}"/>
    <dgm:cxn modelId="{6F1674C0-2B7A-AB41-AC7F-A45274C0A04F}" type="presOf" srcId="{CA815FF6-C2D5-624C-8ABB-6FD42FBABB1B}" destId="{B2814818-167F-214D-9EC2-8AAAB5449310}" srcOrd="0" destOrd="0" presId="urn:microsoft.com/office/officeart/2008/layout/LinedList"/>
    <dgm:cxn modelId="{F43D19EE-74FC-3540-958E-46997D43BFB0}" srcId="{C789D68E-657B-1144-91CE-7FBF87D5A9F1}" destId="{74492EC5-F86B-5F4A-BC50-70AFC440F45A}" srcOrd="0" destOrd="0" parTransId="{9756F474-D1F5-4647-A03E-A94E19D6DB24}" sibTransId="{0344793E-B1D2-C74E-AFD8-2BD663E6288F}"/>
    <dgm:cxn modelId="{F56177F0-C315-0E4B-85D9-04336AFD443C}" srcId="{C81B1EDA-7192-7F40-974D-2ED55DDE4766}" destId="{1273C54D-8ED5-8B4B-ACD9-ABAB520D9BEA}" srcOrd="3" destOrd="0" parTransId="{5FB6D965-C843-F842-825E-943DB3DCC0F6}" sibTransId="{19BEE618-684F-1F45-9717-A62DFE9C2858}"/>
    <dgm:cxn modelId="{096B1AFF-8E8F-6C4A-9977-E54D5C54937E}" srcId="{C81B1EDA-7192-7F40-974D-2ED55DDE4766}" destId="{CA815FF6-C2D5-624C-8ABB-6FD42FBABB1B}" srcOrd="1" destOrd="0" parTransId="{A37D1A80-BC9E-444A-8A4B-C4B47540B7F6}" sibTransId="{3EF81033-DA93-A14D-8F63-2E1BB74BC192}"/>
    <dgm:cxn modelId="{CAC60F8E-5272-3B4E-ADD0-25BBEF6246D7}" type="presParOf" srcId="{707DF891-1B8E-9F4A-802D-BC25F9C24EE9}" destId="{AAF781EF-F2FC-2A41-ABB8-7BF325755DB1}" srcOrd="0" destOrd="0" presId="urn:microsoft.com/office/officeart/2008/layout/LinedList"/>
    <dgm:cxn modelId="{877A3B48-C499-2944-9B0A-26C8AE9D554B}" type="presParOf" srcId="{707DF891-1B8E-9F4A-802D-BC25F9C24EE9}" destId="{99EA4F07-684E-C34B-8265-329546DE3295}" srcOrd="1" destOrd="0" presId="urn:microsoft.com/office/officeart/2008/layout/LinedList"/>
    <dgm:cxn modelId="{A519032B-9146-2244-BF81-39944A180B13}" type="presParOf" srcId="{99EA4F07-684E-C34B-8265-329546DE3295}" destId="{FA9D91CA-7ED9-6341-8C74-1021D04F5882}" srcOrd="0" destOrd="0" presId="urn:microsoft.com/office/officeart/2008/layout/LinedList"/>
    <dgm:cxn modelId="{297A5CA5-D50D-2A47-A91C-E3420420EDC8}" type="presParOf" srcId="{99EA4F07-684E-C34B-8265-329546DE3295}" destId="{F99B0868-9800-6E40-AC03-8DE3A2C2B161}" srcOrd="1" destOrd="0" presId="urn:microsoft.com/office/officeart/2008/layout/LinedList"/>
    <dgm:cxn modelId="{CE50F7ED-7FB2-0343-9E4E-0982D14BAF5E}" type="presParOf" srcId="{F99B0868-9800-6E40-AC03-8DE3A2C2B161}" destId="{C84C1203-48CB-0147-845C-CFF6CA801FC4}" srcOrd="0" destOrd="0" presId="urn:microsoft.com/office/officeart/2008/layout/LinedList"/>
    <dgm:cxn modelId="{B907A104-B60E-2E45-9319-3E5BA7928CC6}" type="presParOf" srcId="{F99B0868-9800-6E40-AC03-8DE3A2C2B161}" destId="{235A07DD-14A9-BB48-ADA3-E3B9984F6244}" srcOrd="1" destOrd="0" presId="urn:microsoft.com/office/officeart/2008/layout/LinedList"/>
    <dgm:cxn modelId="{3443A078-5EF1-3044-A2B4-7C125AF6CCB2}" type="presParOf" srcId="{235A07DD-14A9-BB48-ADA3-E3B9984F6244}" destId="{8646214A-BDD5-E94A-B945-AEA209F0682E}" srcOrd="0" destOrd="0" presId="urn:microsoft.com/office/officeart/2008/layout/LinedList"/>
    <dgm:cxn modelId="{8EFCF48F-3BD4-4248-AF11-C739656CDFD5}" type="presParOf" srcId="{235A07DD-14A9-BB48-ADA3-E3B9984F6244}" destId="{5E9DB2AF-79AD-F24B-9BDA-486625E313A5}" srcOrd="1" destOrd="0" presId="urn:microsoft.com/office/officeart/2008/layout/LinedList"/>
    <dgm:cxn modelId="{384E7027-70E3-3F44-8007-DF5D44E2AA6A}" type="presParOf" srcId="{235A07DD-14A9-BB48-ADA3-E3B9984F6244}" destId="{4D6B9AE4-FABA-7544-8DB3-759104B59E3C}" srcOrd="2" destOrd="0" presId="urn:microsoft.com/office/officeart/2008/layout/LinedList"/>
    <dgm:cxn modelId="{68BD9B0D-9CF1-E848-8A7B-CB9D53F71132}" type="presParOf" srcId="{F99B0868-9800-6E40-AC03-8DE3A2C2B161}" destId="{9BB85CB4-2CA1-AC4A-9E16-E3DD91C5D7AE}" srcOrd="2" destOrd="0" presId="urn:microsoft.com/office/officeart/2008/layout/LinedList"/>
    <dgm:cxn modelId="{7C72E9CE-0E12-7A43-9D1E-8B9C80128F33}" type="presParOf" srcId="{F99B0868-9800-6E40-AC03-8DE3A2C2B161}" destId="{F4A54587-F0F5-964D-A7F9-858789239481}" srcOrd="3" destOrd="0" presId="urn:microsoft.com/office/officeart/2008/layout/LinedList"/>
    <dgm:cxn modelId="{B89EE9AC-7E3B-1943-BD0D-C54A608CA470}" type="presParOf" srcId="{F99B0868-9800-6E40-AC03-8DE3A2C2B161}" destId="{BAC3A043-9FAB-6549-9B66-BB433BAA74EA}" srcOrd="4" destOrd="0" presId="urn:microsoft.com/office/officeart/2008/layout/LinedList"/>
    <dgm:cxn modelId="{1B67799D-35A2-2144-92D8-9CB1AA3053AB}" type="presParOf" srcId="{BAC3A043-9FAB-6549-9B66-BB433BAA74EA}" destId="{183A4DAC-541F-DC43-9CB7-46BF6DAAA7BE}" srcOrd="0" destOrd="0" presId="urn:microsoft.com/office/officeart/2008/layout/LinedList"/>
    <dgm:cxn modelId="{CC05DD61-6701-2841-8267-86D146609710}" type="presParOf" srcId="{BAC3A043-9FAB-6549-9B66-BB433BAA74EA}" destId="{8E545250-27EA-1F43-8486-C935880E6D6F}" srcOrd="1" destOrd="0" presId="urn:microsoft.com/office/officeart/2008/layout/LinedList"/>
    <dgm:cxn modelId="{74490575-33D1-4C4F-A48C-7863099FDC8B}" type="presParOf" srcId="{BAC3A043-9FAB-6549-9B66-BB433BAA74EA}" destId="{4B27986B-3158-4145-A808-AC5CB5962065}" srcOrd="2" destOrd="0" presId="urn:microsoft.com/office/officeart/2008/layout/LinedList"/>
    <dgm:cxn modelId="{AC2E164D-CDAF-BD49-8C57-ED38728F756E}" type="presParOf" srcId="{F99B0868-9800-6E40-AC03-8DE3A2C2B161}" destId="{6D5AEA72-D3D4-B544-809E-C5CBB3A5DA4D}" srcOrd="5" destOrd="0" presId="urn:microsoft.com/office/officeart/2008/layout/LinedList"/>
    <dgm:cxn modelId="{2FDCAFDF-DEFC-EB45-9036-D3C1A3FDF02A}" type="presParOf" srcId="{F99B0868-9800-6E40-AC03-8DE3A2C2B161}" destId="{AE884FCA-10CF-444F-A13D-3D64C92A0257}" srcOrd="6" destOrd="0" presId="urn:microsoft.com/office/officeart/2008/layout/LinedList"/>
    <dgm:cxn modelId="{E8128BCF-CC8A-D24D-AE99-47BAD04A1061}" type="presParOf" srcId="{F99B0868-9800-6E40-AC03-8DE3A2C2B161}" destId="{3BCADB67-28BE-EA4E-B5C8-DA6230AB82A3}" srcOrd="7" destOrd="0" presId="urn:microsoft.com/office/officeart/2008/layout/LinedList"/>
    <dgm:cxn modelId="{D0C7F925-A503-B544-AE5D-D9B455FFCBD3}" type="presParOf" srcId="{3BCADB67-28BE-EA4E-B5C8-DA6230AB82A3}" destId="{3858FA50-29B5-4D4B-8987-308CE7B774E0}" srcOrd="0" destOrd="0" presId="urn:microsoft.com/office/officeart/2008/layout/LinedList"/>
    <dgm:cxn modelId="{F42775A1-6DD1-224E-B786-37B159011AAB}" type="presParOf" srcId="{3BCADB67-28BE-EA4E-B5C8-DA6230AB82A3}" destId="{10833B1B-E2DF-FC4C-BA6A-D0C1DAAB47A0}" srcOrd="1" destOrd="0" presId="urn:microsoft.com/office/officeart/2008/layout/LinedList"/>
    <dgm:cxn modelId="{4CCED2E0-97A0-7F44-8DB3-3D0AED2B46F4}" type="presParOf" srcId="{3BCADB67-28BE-EA4E-B5C8-DA6230AB82A3}" destId="{71BCD057-D35E-6B4D-BFE9-AE65451E2C81}" srcOrd="2" destOrd="0" presId="urn:microsoft.com/office/officeart/2008/layout/LinedList"/>
    <dgm:cxn modelId="{779E0BF5-4B96-AE41-A0EE-01EC0DBD0A6C}" type="presParOf" srcId="{F99B0868-9800-6E40-AC03-8DE3A2C2B161}" destId="{6163FE5F-69CA-5247-960C-EF23A70D0D2E}" srcOrd="8" destOrd="0" presId="urn:microsoft.com/office/officeart/2008/layout/LinedList"/>
    <dgm:cxn modelId="{99C06048-E29A-444B-85BE-5A69EECF1871}" type="presParOf" srcId="{F99B0868-9800-6E40-AC03-8DE3A2C2B161}" destId="{4E805C97-DE79-2546-B401-8306F7EF959B}" srcOrd="9" destOrd="0" presId="urn:microsoft.com/office/officeart/2008/layout/LinedList"/>
    <dgm:cxn modelId="{9D821520-0756-BF42-93A0-E62491D9C8B9}" type="presParOf" srcId="{F99B0868-9800-6E40-AC03-8DE3A2C2B161}" destId="{9572BD84-8A68-8D4E-81FC-885DE1EB4D1D}" srcOrd="10" destOrd="0" presId="urn:microsoft.com/office/officeart/2008/layout/LinedList"/>
    <dgm:cxn modelId="{7198416D-BD39-DF45-8161-BFC1C9920F16}" type="presParOf" srcId="{9572BD84-8A68-8D4E-81FC-885DE1EB4D1D}" destId="{30548FB1-481A-0E4E-A17C-5C86286618CD}" srcOrd="0" destOrd="0" presId="urn:microsoft.com/office/officeart/2008/layout/LinedList"/>
    <dgm:cxn modelId="{E88630EC-C77A-D74A-BB32-9D619D271470}" type="presParOf" srcId="{9572BD84-8A68-8D4E-81FC-885DE1EB4D1D}" destId="{A6DD7EBF-0B69-4440-BD29-9F04E35A48FC}" srcOrd="1" destOrd="0" presId="urn:microsoft.com/office/officeart/2008/layout/LinedList"/>
    <dgm:cxn modelId="{44219BD6-F323-0843-8BD0-BCD82889BB35}" type="presParOf" srcId="{9572BD84-8A68-8D4E-81FC-885DE1EB4D1D}" destId="{C946BD59-7CEA-6548-B18C-9383ECFAF07D}" srcOrd="2" destOrd="0" presId="urn:microsoft.com/office/officeart/2008/layout/LinedList"/>
    <dgm:cxn modelId="{9AD4BC78-FB78-1C47-A7BD-9A16C472F52B}" type="presParOf" srcId="{F99B0868-9800-6E40-AC03-8DE3A2C2B161}" destId="{D74F4394-8649-6D44-9EA3-B3C100554497}" srcOrd="11" destOrd="0" presId="urn:microsoft.com/office/officeart/2008/layout/LinedList"/>
    <dgm:cxn modelId="{3A9A0151-60D3-D346-8580-FDE95D2F971E}" type="presParOf" srcId="{F99B0868-9800-6E40-AC03-8DE3A2C2B161}" destId="{9BBE3FDF-EB04-F247-97B4-A447B3A1768F}" srcOrd="12" destOrd="0" presId="urn:microsoft.com/office/officeart/2008/layout/LinedList"/>
    <dgm:cxn modelId="{9B910F0C-3C87-F54F-8076-BA2E80D58C3D}" type="presParOf" srcId="{707DF891-1B8E-9F4A-802D-BC25F9C24EE9}" destId="{A7F0339C-1096-0145-A3FB-6E0559633242}" srcOrd="2" destOrd="0" presId="urn:microsoft.com/office/officeart/2008/layout/LinedList"/>
    <dgm:cxn modelId="{5C2E9066-44B0-DC4F-987C-D22E13D7039E}" type="presParOf" srcId="{707DF891-1B8E-9F4A-802D-BC25F9C24EE9}" destId="{80F7FD8E-953E-2A41-8FA9-249E18F6CA2D}" srcOrd="3" destOrd="0" presId="urn:microsoft.com/office/officeart/2008/layout/LinedList"/>
    <dgm:cxn modelId="{E1E1B39E-AF04-8844-97C7-08AE739B4D38}" type="presParOf" srcId="{80F7FD8E-953E-2A41-8FA9-249E18F6CA2D}" destId="{96AB46CD-5D21-DA43-A2FE-043184239B8B}" srcOrd="0" destOrd="0" presId="urn:microsoft.com/office/officeart/2008/layout/LinedList"/>
    <dgm:cxn modelId="{02890FE0-E37B-4042-9CD3-418F5046434C}" type="presParOf" srcId="{80F7FD8E-953E-2A41-8FA9-249E18F6CA2D}" destId="{1EF71FCA-3D8F-9247-8533-D11C339F22DA}" srcOrd="1" destOrd="0" presId="urn:microsoft.com/office/officeart/2008/layout/LinedList"/>
    <dgm:cxn modelId="{F1B187BB-1208-6246-A197-130E468F508C}" type="presParOf" srcId="{1EF71FCA-3D8F-9247-8533-D11C339F22DA}" destId="{C6970019-1218-D74D-A7C3-3DBCFCB253FF}" srcOrd="0" destOrd="0" presId="urn:microsoft.com/office/officeart/2008/layout/LinedList"/>
    <dgm:cxn modelId="{DEBDD825-22A9-DB4C-93EF-9973D6B47D16}" type="presParOf" srcId="{1EF71FCA-3D8F-9247-8533-D11C339F22DA}" destId="{09CCDE07-FA74-2F4B-84BA-5BC20D5FF9F4}" srcOrd="1" destOrd="0" presId="urn:microsoft.com/office/officeart/2008/layout/LinedList"/>
    <dgm:cxn modelId="{8B11DF72-67A6-E948-827E-322319836139}" type="presParOf" srcId="{09CCDE07-FA74-2F4B-84BA-5BC20D5FF9F4}" destId="{54775641-98CF-6A47-9C24-162A4B857FB7}" srcOrd="0" destOrd="0" presId="urn:microsoft.com/office/officeart/2008/layout/LinedList"/>
    <dgm:cxn modelId="{21AA4CFA-7C47-9D4F-BF61-50DCBA16CEE0}" type="presParOf" srcId="{09CCDE07-FA74-2F4B-84BA-5BC20D5FF9F4}" destId="{A8CB1DA9-A78B-244A-BBF1-A613DFF5E4EC}" srcOrd="1" destOrd="0" presId="urn:microsoft.com/office/officeart/2008/layout/LinedList"/>
    <dgm:cxn modelId="{A24C36E7-CC92-D64A-AF28-BAA3726CEE47}" type="presParOf" srcId="{09CCDE07-FA74-2F4B-84BA-5BC20D5FF9F4}" destId="{A5E94841-653B-CF48-82C1-6F419927CB69}" srcOrd="2" destOrd="0" presId="urn:microsoft.com/office/officeart/2008/layout/LinedList"/>
    <dgm:cxn modelId="{6416BB25-2152-C64D-968B-F017B565678D}" type="presParOf" srcId="{1EF71FCA-3D8F-9247-8533-D11C339F22DA}" destId="{A1DEC5D2-B02B-BB42-940C-7F703B8C35B0}" srcOrd="2" destOrd="0" presId="urn:microsoft.com/office/officeart/2008/layout/LinedList"/>
    <dgm:cxn modelId="{2B4DBD68-C7F2-8949-8BA4-F3B93AC9E81E}" type="presParOf" srcId="{1EF71FCA-3D8F-9247-8533-D11C339F22DA}" destId="{616BC318-4A1F-E14F-BF0B-A35FFA0EF672}" srcOrd="3" destOrd="0" presId="urn:microsoft.com/office/officeart/2008/layout/LinedList"/>
    <dgm:cxn modelId="{C5542A72-9D85-244A-9134-CF5AA49C3331}" type="presParOf" srcId="{1EF71FCA-3D8F-9247-8533-D11C339F22DA}" destId="{923841BB-361F-1740-855B-3434ACB3AABE}" srcOrd="4" destOrd="0" presId="urn:microsoft.com/office/officeart/2008/layout/LinedList"/>
    <dgm:cxn modelId="{413881E7-683D-7B41-A485-DB4A14960BF4}" type="presParOf" srcId="{923841BB-361F-1740-855B-3434ACB3AABE}" destId="{3D8B0B41-E660-194C-87D6-71C97E18DAE6}" srcOrd="0" destOrd="0" presId="urn:microsoft.com/office/officeart/2008/layout/LinedList"/>
    <dgm:cxn modelId="{67EECF8B-596A-1F46-95C7-0BC9896EC11F}" type="presParOf" srcId="{923841BB-361F-1740-855B-3434ACB3AABE}" destId="{B2814818-167F-214D-9EC2-8AAAB5449310}" srcOrd="1" destOrd="0" presId="urn:microsoft.com/office/officeart/2008/layout/LinedList"/>
    <dgm:cxn modelId="{36CEABB1-7396-2145-9451-FBFE094DBAB4}" type="presParOf" srcId="{923841BB-361F-1740-855B-3434ACB3AABE}" destId="{B70FCA7E-18F5-2F4C-ABF5-EB0DFC4E2199}" srcOrd="2" destOrd="0" presId="urn:microsoft.com/office/officeart/2008/layout/LinedList"/>
    <dgm:cxn modelId="{E15C79A6-D6F9-A348-840F-43950D1FF1CC}" type="presParOf" srcId="{1EF71FCA-3D8F-9247-8533-D11C339F22DA}" destId="{26C4114C-E084-A64F-9571-EC5ACF16E824}" srcOrd="5" destOrd="0" presId="urn:microsoft.com/office/officeart/2008/layout/LinedList"/>
    <dgm:cxn modelId="{1CFFF4E5-439B-0841-BEE1-872251C8708E}" type="presParOf" srcId="{1EF71FCA-3D8F-9247-8533-D11C339F22DA}" destId="{ABEFCE68-57AC-F04F-95DA-ABC729CE3074}" srcOrd="6" destOrd="0" presId="urn:microsoft.com/office/officeart/2008/layout/LinedList"/>
    <dgm:cxn modelId="{342BCA75-BF42-144C-AD94-451735BC06C6}" type="presParOf" srcId="{1EF71FCA-3D8F-9247-8533-D11C339F22DA}" destId="{25CC9745-4D9C-1E40-9CE7-CF7F70B94484}" srcOrd="7" destOrd="0" presId="urn:microsoft.com/office/officeart/2008/layout/LinedList"/>
    <dgm:cxn modelId="{32618789-4336-FC40-AF03-079144E55625}" type="presParOf" srcId="{25CC9745-4D9C-1E40-9CE7-CF7F70B94484}" destId="{B0D15AB3-B4DF-5E4C-A117-AE3FFEEE1CDF}" srcOrd="0" destOrd="0" presId="urn:microsoft.com/office/officeart/2008/layout/LinedList"/>
    <dgm:cxn modelId="{60339C36-EADB-1C40-9012-E12AEBFE5C24}" type="presParOf" srcId="{25CC9745-4D9C-1E40-9CE7-CF7F70B94484}" destId="{3066BB8F-27AF-764F-9978-798C53ABFAD0}" srcOrd="1" destOrd="0" presId="urn:microsoft.com/office/officeart/2008/layout/LinedList"/>
    <dgm:cxn modelId="{A841664C-D397-9A45-880D-3BB5340ECC23}" type="presParOf" srcId="{25CC9745-4D9C-1E40-9CE7-CF7F70B94484}" destId="{1570205A-A868-1C41-8939-50E3A95DDCDD}" srcOrd="2" destOrd="0" presId="urn:microsoft.com/office/officeart/2008/layout/LinedList"/>
    <dgm:cxn modelId="{27DF9684-1A8A-BF45-AAE7-D16C4A7CA731}" type="presParOf" srcId="{1EF71FCA-3D8F-9247-8533-D11C339F22DA}" destId="{6ED5BD7F-B525-F54C-B17E-B9DB6AAE0EBC}" srcOrd="8" destOrd="0" presId="urn:microsoft.com/office/officeart/2008/layout/LinedList"/>
    <dgm:cxn modelId="{2A0E2143-8C4A-6545-8084-495604E27C52}" type="presParOf" srcId="{1EF71FCA-3D8F-9247-8533-D11C339F22DA}" destId="{42D96DD4-C946-7F4D-8B18-55B1D870B4D9}" srcOrd="9" destOrd="0" presId="urn:microsoft.com/office/officeart/2008/layout/LinedList"/>
    <dgm:cxn modelId="{38E90837-582E-714B-B950-6DE55585E0D0}" type="presParOf" srcId="{1EF71FCA-3D8F-9247-8533-D11C339F22DA}" destId="{E65E1D09-C26A-C946-956A-A2DDDE46A067}" srcOrd="10" destOrd="0" presId="urn:microsoft.com/office/officeart/2008/layout/LinedList"/>
    <dgm:cxn modelId="{505F1765-219D-8C45-A021-C0BFC25EAA4C}" type="presParOf" srcId="{E65E1D09-C26A-C946-956A-A2DDDE46A067}" destId="{407FAAA9-2EEE-CB4A-8711-DEC8F65E409A}" srcOrd="0" destOrd="0" presId="urn:microsoft.com/office/officeart/2008/layout/LinedList"/>
    <dgm:cxn modelId="{A327BB3B-24E5-274E-A14D-5CFC1C4BCE1D}" type="presParOf" srcId="{E65E1D09-C26A-C946-956A-A2DDDE46A067}" destId="{EC99127A-8D28-1645-92EB-33E131ED6597}" srcOrd="1" destOrd="0" presId="urn:microsoft.com/office/officeart/2008/layout/LinedList"/>
    <dgm:cxn modelId="{4254E469-AA6E-ED4A-9DDD-6735EA088EB7}" type="presParOf" srcId="{E65E1D09-C26A-C946-956A-A2DDDE46A067}" destId="{9F605E71-9257-6448-AD58-03D4CA1466C9}" srcOrd="2" destOrd="0" presId="urn:microsoft.com/office/officeart/2008/layout/LinedList"/>
    <dgm:cxn modelId="{E6A39608-C909-E04C-9C09-DC37AF9542B6}" type="presParOf" srcId="{1EF71FCA-3D8F-9247-8533-D11C339F22DA}" destId="{8A19F48E-DFB4-EA47-A16A-BBB8E24AB624}" srcOrd="11" destOrd="0" presId="urn:microsoft.com/office/officeart/2008/layout/LinedList"/>
    <dgm:cxn modelId="{FB418E49-2BC1-A549-B639-5CF3E92BC121}" type="presParOf" srcId="{1EF71FCA-3D8F-9247-8533-D11C339F22DA}" destId="{4CDE8FB7-ED55-E048-B36E-08B225D0CAA9}" srcOrd="12" destOrd="0" presId="urn:microsoft.com/office/officeart/2008/layout/LinedList"/>
  </dgm:cxnLst>
  <dgm:bg/>
  <dgm:whole>
    <a:ln>
      <a:solidFill>
        <a:schemeClr val="tx1">
          <a:lumMod val="65000"/>
          <a:lumOff val="35000"/>
        </a:schemeClr>
      </a:solidFill>
    </a:ln>
  </dgm:whole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4F828B5-D3C6-2646-958C-6B7769587224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C458CE4-5008-C142-9A48-6499DB573D79}">
      <dgm:prSet phldrT="[Text]" custT="1"/>
      <dgm:spPr/>
      <dgm:t>
        <a:bodyPr anchor="ctr"/>
        <a:lstStyle/>
        <a:p>
          <a:r>
            <a:rPr lang="en-GB" sz="1200" b="1" dirty="0">
              <a:latin typeface="Calibri" panose="020F0502020204030204" pitchFamily="34" charset="0"/>
              <a:cs typeface="Calibri" panose="020F0502020204030204" pitchFamily="34" charset="0"/>
            </a:rPr>
            <a:t>Market Position:</a:t>
          </a:r>
        </a:p>
      </dgm:t>
    </dgm:pt>
    <dgm:pt modelId="{9C4048DC-534E-234A-AA8C-17B787FCCE40}" type="parTrans" cxnId="{F8691844-7D68-504C-B023-9C6C61763A5C}">
      <dgm:prSet/>
      <dgm:spPr/>
      <dgm:t>
        <a:bodyPr/>
        <a:lstStyle/>
        <a:p>
          <a:endParaRPr lang="en-GB"/>
        </a:p>
      </dgm:t>
    </dgm:pt>
    <dgm:pt modelId="{EC38ADC3-511B-D54E-9FE6-F0825FB65140}" type="sibTrans" cxnId="{F8691844-7D68-504C-B023-9C6C61763A5C}">
      <dgm:prSet/>
      <dgm:spPr/>
      <dgm:t>
        <a:bodyPr/>
        <a:lstStyle/>
        <a:p>
          <a:endParaRPr lang="en-GB"/>
        </a:p>
      </dgm:t>
    </dgm:pt>
    <dgm:pt modelId="{F748C1FF-8EE6-C444-8968-AB43A908B9C9}">
      <dgm:prSet phldrT="[Text]"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Cloud ERP Suite: €18.3B run-rate</a:t>
          </a:r>
          <a:endParaRPr lang="en-GB" sz="1200" dirty="0"/>
        </a:p>
      </dgm:t>
    </dgm:pt>
    <dgm:pt modelId="{0B3B6721-8469-3A4D-9682-D55283A83D9F}" type="parTrans" cxnId="{16A80F4C-8F69-AA49-9349-D648D172C8B6}">
      <dgm:prSet/>
      <dgm:spPr/>
      <dgm:t>
        <a:bodyPr/>
        <a:lstStyle/>
        <a:p>
          <a:endParaRPr lang="en-GB"/>
        </a:p>
      </dgm:t>
    </dgm:pt>
    <dgm:pt modelId="{8BEBDBF9-FDEC-F540-A62E-4FE883971DA0}" type="sibTrans" cxnId="{16A80F4C-8F69-AA49-9349-D648D172C8B6}">
      <dgm:prSet/>
      <dgm:spPr/>
      <dgm:t>
        <a:bodyPr/>
        <a:lstStyle/>
        <a:p>
          <a:endParaRPr lang="en-GB"/>
        </a:p>
      </dgm:t>
    </dgm:pt>
    <dgm:pt modelId="{373DEF02-6BA4-9C41-8BF3-C7FA5FE8D7DC}">
      <dgm:prSet phldrT="[Text]" custT="1"/>
      <dgm:spPr/>
      <dgm:t>
        <a:bodyPr anchor="ctr"/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>
              <a:latin typeface="Calibri" panose="020F0502020204030204" pitchFamily="34" charset="0"/>
              <a:cs typeface="Calibri" panose="020F0502020204030204" pitchFamily="34" charset="0"/>
            </a:rPr>
            <a:t>BTP's Strategic Role:</a:t>
          </a:r>
          <a:endParaRPr lang="en-GB" sz="1200" b="1" kern="1200" dirty="0">
            <a:latin typeface="Calibri" panose="020F0502020204030204" pitchFamily="34" charset="0"/>
            <a:ea typeface="+mn-ea"/>
            <a:cs typeface="Calibri" panose="020F0502020204030204" pitchFamily="34" charset="0"/>
          </a:endParaRPr>
        </a:p>
      </dgm:t>
    </dgm:pt>
    <dgm:pt modelId="{984321F3-3B05-0548-95C4-1BEE51DE3B7D}" type="parTrans" cxnId="{B6D822A4-2B80-4C48-A671-D0043BEDE8D3}">
      <dgm:prSet/>
      <dgm:spPr/>
      <dgm:t>
        <a:bodyPr/>
        <a:lstStyle/>
        <a:p>
          <a:endParaRPr lang="en-GB"/>
        </a:p>
      </dgm:t>
    </dgm:pt>
    <dgm:pt modelId="{CD4F7BB7-BB91-DC45-8578-73B6AAEDCFC2}" type="sibTrans" cxnId="{B6D822A4-2B80-4C48-A671-D0043BEDE8D3}">
      <dgm:prSet/>
      <dgm:spPr/>
      <dgm:t>
        <a:bodyPr/>
        <a:lstStyle/>
        <a:p>
          <a:endParaRPr lang="en-GB"/>
        </a:p>
      </dgm:t>
    </dgm:pt>
    <dgm:pt modelId="{51A1F7BE-AFB4-E24A-A4C7-C585F7060151}">
      <dgm:prSet phldrT="[Text]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While exact revenue not disclosed, BTP is included in Cloud ERP Suite and RISE with SAP packages.</a:t>
          </a:r>
          <a:endParaRPr lang="en-GB" sz="1200" dirty="0"/>
        </a:p>
      </dgm:t>
    </dgm:pt>
    <dgm:pt modelId="{DCF33FEB-1317-1E44-919B-6195E720BFDA}" type="parTrans" cxnId="{7CEB6DD8-56C0-314D-87A2-62830D7EF4E5}">
      <dgm:prSet/>
      <dgm:spPr/>
      <dgm:t>
        <a:bodyPr/>
        <a:lstStyle/>
        <a:p>
          <a:endParaRPr lang="en-GB"/>
        </a:p>
      </dgm:t>
    </dgm:pt>
    <dgm:pt modelId="{0BCE3FC3-9132-3449-AF98-5602208161C8}" type="sibTrans" cxnId="{7CEB6DD8-56C0-314D-87A2-62830D7EF4E5}">
      <dgm:prSet/>
      <dgm:spPr/>
      <dgm:t>
        <a:bodyPr/>
        <a:lstStyle/>
        <a:p>
          <a:endParaRPr lang="en-GB"/>
        </a:p>
      </dgm:t>
    </dgm:pt>
    <dgm:pt modelId="{4B7FD788-F486-8144-B00E-0F245E459ACD}">
      <dgm:prSet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Extension Suite: €2.5B run-rate</a:t>
          </a:r>
        </a:p>
      </dgm:t>
    </dgm:pt>
    <dgm:pt modelId="{B0D53318-FD59-E54D-B13F-CBA6D16534C6}" type="parTrans" cxnId="{C87DFEA4-2890-214D-BC66-B2F648947AD2}">
      <dgm:prSet/>
      <dgm:spPr/>
      <dgm:t>
        <a:bodyPr/>
        <a:lstStyle/>
        <a:p>
          <a:endParaRPr lang="en-GB"/>
        </a:p>
      </dgm:t>
    </dgm:pt>
    <dgm:pt modelId="{D6E5DA37-BA45-2644-905E-88F7B636C484}" type="sibTrans" cxnId="{C87DFEA4-2890-214D-BC66-B2F648947AD2}">
      <dgm:prSet/>
      <dgm:spPr/>
      <dgm:t>
        <a:bodyPr/>
        <a:lstStyle/>
        <a:p>
          <a:endParaRPr lang="en-GB"/>
        </a:p>
      </dgm:t>
    </dgm:pt>
    <dgm:pt modelId="{AD7AF476-142F-5343-B722-B3515759DB42}">
      <dgm:prSet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RISE with SAP: Key driver</a:t>
          </a:r>
        </a:p>
      </dgm:t>
    </dgm:pt>
    <dgm:pt modelId="{7B3CA21E-0CB0-554B-806B-46C9AB32C586}" type="parTrans" cxnId="{710043F6-DC4B-F941-9093-A767A1975AEB}">
      <dgm:prSet/>
      <dgm:spPr/>
      <dgm:t>
        <a:bodyPr/>
        <a:lstStyle/>
        <a:p>
          <a:endParaRPr lang="en-GB"/>
        </a:p>
      </dgm:t>
    </dgm:pt>
    <dgm:pt modelId="{D999F3BF-8F1E-7049-B5CF-AFBD8396F033}" type="sibTrans" cxnId="{710043F6-DC4B-F941-9093-A767A1975AEB}">
      <dgm:prSet/>
      <dgm:spPr/>
      <dgm:t>
        <a:bodyPr/>
        <a:lstStyle/>
        <a:p>
          <a:endParaRPr lang="en-GB"/>
        </a:p>
      </dgm:t>
    </dgm:pt>
    <dgm:pt modelId="{A05A2284-1A61-6F49-9DA8-63654589D2D7}">
      <dgm:prSet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Customer adoption in 63% of deals &gt;€5M suggests high attach rate in enterprise segment.</a:t>
          </a:r>
        </a:p>
      </dgm:t>
    </dgm:pt>
    <dgm:pt modelId="{C7E42B9D-D720-5C4C-9C94-AED7685ACCE7}" type="parTrans" cxnId="{88B2930A-D7BC-B54E-B1D6-E3D6458DFCC4}">
      <dgm:prSet/>
      <dgm:spPr/>
      <dgm:t>
        <a:bodyPr/>
        <a:lstStyle/>
        <a:p>
          <a:endParaRPr lang="en-GB"/>
        </a:p>
      </dgm:t>
    </dgm:pt>
    <dgm:pt modelId="{6060219F-DD56-A741-905C-22684263906E}" type="sibTrans" cxnId="{88B2930A-D7BC-B54E-B1D6-E3D6458DFCC4}">
      <dgm:prSet/>
      <dgm:spPr/>
      <dgm:t>
        <a:bodyPr/>
        <a:lstStyle/>
        <a:p>
          <a:endParaRPr lang="en-GB"/>
        </a:p>
      </dgm:t>
    </dgm:pt>
    <dgm:pt modelId="{3891EA8A-0D29-964C-BB60-E8D7186EE319}">
      <dgm:prSet custT="1"/>
      <dgm:spPr/>
      <dgm:t>
        <a:bodyPr anchor="ctr"/>
        <a:lstStyle/>
        <a:p>
          <a:r>
            <a:rPr lang="en-GB" sz="1200" b="1" dirty="0">
              <a:latin typeface="Calibri" panose="020F0502020204030204" pitchFamily="34" charset="0"/>
              <a:cs typeface="Calibri" panose="020F0502020204030204" pitchFamily="34" charset="0"/>
            </a:rPr>
            <a:t>2026 Opportunity:</a:t>
          </a:r>
        </a:p>
      </dgm:t>
    </dgm:pt>
    <dgm:pt modelId="{F353BA6E-42A9-0440-BBB9-B7BA1C3DB176}" type="parTrans" cxnId="{D2206428-7F49-C44A-83E4-6ABABBE81C54}">
      <dgm:prSet/>
      <dgm:spPr/>
      <dgm:t>
        <a:bodyPr/>
        <a:lstStyle/>
        <a:p>
          <a:endParaRPr lang="en-GB"/>
        </a:p>
      </dgm:t>
    </dgm:pt>
    <dgm:pt modelId="{404BDC20-0CCD-5C48-A1F4-C279B97851FE}" type="sibTrans" cxnId="{D2206428-7F49-C44A-83E4-6ABABBE81C54}">
      <dgm:prSet/>
      <dgm:spPr/>
      <dgm:t>
        <a:bodyPr/>
        <a:lstStyle/>
        <a:p>
          <a:endParaRPr lang="en-GB"/>
        </a:p>
      </dgm:t>
    </dgm:pt>
    <dgm:pt modelId="{10CB012F-6CC8-D747-8F5E-3A2BBB084D67}">
      <dgm:prSet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As cloud grows to €23-25B, integrated platform components grow proportionally.</a:t>
          </a:r>
        </a:p>
      </dgm:t>
    </dgm:pt>
    <dgm:pt modelId="{06291650-FF43-884B-B342-BE04AD5FEE8D}" type="parTrans" cxnId="{BC35CE5D-0CAA-034F-8D46-9827FE554F67}">
      <dgm:prSet/>
      <dgm:spPr/>
      <dgm:t>
        <a:bodyPr/>
        <a:lstStyle/>
        <a:p>
          <a:endParaRPr lang="en-GB"/>
        </a:p>
      </dgm:t>
    </dgm:pt>
    <dgm:pt modelId="{A6FACB61-2CBF-7941-9FF2-1148A15F5EA9}" type="sibTrans" cxnId="{BC35CE5D-0CAA-034F-8D46-9827FE554F67}">
      <dgm:prSet/>
      <dgm:spPr/>
      <dgm:t>
        <a:bodyPr/>
        <a:lstStyle/>
        <a:p>
          <a:endParaRPr lang="en-GB"/>
        </a:p>
      </dgm:t>
    </dgm:pt>
    <dgm:pt modelId="{D00BB806-785B-254B-9530-BBD2C7796242}">
      <dgm:prSet custT="1"/>
      <dgm:spPr/>
      <dgm:t>
        <a:bodyPr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Focus: Enterprise integration, AI enablement, data fabric</a:t>
          </a:r>
        </a:p>
      </dgm:t>
    </dgm:pt>
    <dgm:pt modelId="{7D3734E6-89E0-244A-94BF-917ACE8F9F53}" type="parTrans" cxnId="{F6D2C0C0-A1E2-2E46-9DA1-4C490D1EEFC6}">
      <dgm:prSet/>
      <dgm:spPr/>
      <dgm:t>
        <a:bodyPr/>
        <a:lstStyle/>
        <a:p>
          <a:endParaRPr lang="en-GB"/>
        </a:p>
      </dgm:t>
    </dgm:pt>
    <dgm:pt modelId="{103B2060-7752-BD4B-8FD0-9C94155E6A44}" type="sibTrans" cxnId="{F6D2C0C0-A1E2-2E46-9DA1-4C490D1EEFC6}">
      <dgm:prSet/>
      <dgm:spPr/>
      <dgm:t>
        <a:bodyPr/>
        <a:lstStyle/>
        <a:p>
          <a:endParaRPr lang="en-GB"/>
        </a:p>
      </dgm:t>
    </dgm:pt>
    <dgm:pt modelId="{9BE84A9C-5887-1246-A6A8-C1B2B7DDA745}" type="pres">
      <dgm:prSet presAssocID="{94F828B5-D3C6-2646-958C-6B7769587224}" presName="vert0" presStyleCnt="0">
        <dgm:presLayoutVars>
          <dgm:dir/>
          <dgm:animOne val="branch"/>
          <dgm:animLvl val="lvl"/>
        </dgm:presLayoutVars>
      </dgm:prSet>
      <dgm:spPr/>
    </dgm:pt>
    <dgm:pt modelId="{CA842607-54CA-9B46-A47B-30D2C606E788}" type="pres">
      <dgm:prSet presAssocID="{9C458CE4-5008-C142-9A48-6499DB573D79}" presName="thickLine" presStyleLbl="alignNode1" presStyleIdx="0" presStyleCnt="3"/>
      <dgm:spPr/>
    </dgm:pt>
    <dgm:pt modelId="{50DE9150-BE83-4B4C-83A4-4A0549BBF376}" type="pres">
      <dgm:prSet presAssocID="{9C458CE4-5008-C142-9A48-6499DB573D79}" presName="horz1" presStyleCnt="0"/>
      <dgm:spPr/>
    </dgm:pt>
    <dgm:pt modelId="{22A4873F-4E12-E046-A9BC-73C3179184D6}" type="pres">
      <dgm:prSet presAssocID="{9C458CE4-5008-C142-9A48-6499DB573D79}" presName="tx1" presStyleLbl="revTx" presStyleIdx="0" presStyleCnt="10"/>
      <dgm:spPr/>
    </dgm:pt>
    <dgm:pt modelId="{ECD782B8-E5F3-8541-877B-85D29266C6D0}" type="pres">
      <dgm:prSet presAssocID="{9C458CE4-5008-C142-9A48-6499DB573D79}" presName="vert1" presStyleCnt="0"/>
      <dgm:spPr/>
    </dgm:pt>
    <dgm:pt modelId="{C3F44E83-A73F-5642-BF9C-FBACF56843EF}" type="pres">
      <dgm:prSet presAssocID="{F748C1FF-8EE6-C444-8968-AB43A908B9C9}" presName="vertSpace2a" presStyleCnt="0"/>
      <dgm:spPr/>
    </dgm:pt>
    <dgm:pt modelId="{230A5F63-91FE-4B4B-BA8A-FA49AE21D83B}" type="pres">
      <dgm:prSet presAssocID="{F748C1FF-8EE6-C444-8968-AB43A908B9C9}" presName="horz2" presStyleCnt="0"/>
      <dgm:spPr/>
    </dgm:pt>
    <dgm:pt modelId="{39A01900-5878-E74F-A729-AD4D2EAC4248}" type="pres">
      <dgm:prSet presAssocID="{F748C1FF-8EE6-C444-8968-AB43A908B9C9}" presName="horzSpace2" presStyleCnt="0"/>
      <dgm:spPr/>
    </dgm:pt>
    <dgm:pt modelId="{ADB8A354-02DB-8842-B6C0-A7BE7433A696}" type="pres">
      <dgm:prSet presAssocID="{F748C1FF-8EE6-C444-8968-AB43A908B9C9}" presName="tx2" presStyleLbl="revTx" presStyleIdx="1" presStyleCnt="10"/>
      <dgm:spPr/>
    </dgm:pt>
    <dgm:pt modelId="{8FF68045-BEB1-8545-883C-95B97FD84781}" type="pres">
      <dgm:prSet presAssocID="{F748C1FF-8EE6-C444-8968-AB43A908B9C9}" presName="vert2" presStyleCnt="0"/>
      <dgm:spPr/>
    </dgm:pt>
    <dgm:pt modelId="{C4AC882C-AB7B-7E4F-8A1B-C93DD9EB6C7F}" type="pres">
      <dgm:prSet presAssocID="{F748C1FF-8EE6-C444-8968-AB43A908B9C9}" presName="thinLine2b" presStyleLbl="callout" presStyleIdx="0" presStyleCnt="7"/>
      <dgm:spPr/>
    </dgm:pt>
    <dgm:pt modelId="{5B509F38-0E25-5E4A-B7A9-E2298E422E79}" type="pres">
      <dgm:prSet presAssocID="{F748C1FF-8EE6-C444-8968-AB43A908B9C9}" presName="vertSpace2b" presStyleCnt="0"/>
      <dgm:spPr/>
    </dgm:pt>
    <dgm:pt modelId="{AB6DE913-95C3-D447-B160-6CC520E821C8}" type="pres">
      <dgm:prSet presAssocID="{4B7FD788-F486-8144-B00E-0F245E459ACD}" presName="horz2" presStyleCnt="0"/>
      <dgm:spPr/>
    </dgm:pt>
    <dgm:pt modelId="{9212A93F-1ADB-F846-BF8B-82B7B7B320B5}" type="pres">
      <dgm:prSet presAssocID="{4B7FD788-F486-8144-B00E-0F245E459ACD}" presName="horzSpace2" presStyleCnt="0"/>
      <dgm:spPr/>
    </dgm:pt>
    <dgm:pt modelId="{58603EBE-5EDB-6640-BF2D-B67F79CAC760}" type="pres">
      <dgm:prSet presAssocID="{4B7FD788-F486-8144-B00E-0F245E459ACD}" presName="tx2" presStyleLbl="revTx" presStyleIdx="2" presStyleCnt="10"/>
      <dgm:spPr/>
    </dgm:pt>
    <dgm:pt modelId="{5D68C874-531F-7D4D-ACFD-C0AB2602D2B0}" type="pres">
      <dgm:prSet presAssocID="{4B7FD788-F486-8144-B00E-0F245E459ACD}" presName="vert2" presStyleCnt="0"/>
      <dgm:spPr/>
    </dgm:pt>
    <dgm:pt modelId="{B1F2731C-1488-9644-A51D-0694516AE08A}" type="pres">
      <dgm:prSet presAssocID="{4B7FD788-F486-8144-B00E-0F245E459ACD}" presName="thinLine2b" presStyleLbl="callout" presStyleIdx="1" presStyleCnt="7"/>
      <dgm:spPr/>
    </dgm:pt>
    <dgm:pt modelId="{9120DD87-A54C-A64F-A5C7-1560595D4E97}" type="pres">
      <dgm:prSet presAssocID="{4B7FD788-F486-8144-B00E-0F245E459ACD}" presName="vertSpace2b" presStyleCnt="0"/>
      <dgm:spPr/>
    </dgm:pt>
    <dgm:pt modelId="{4D74E892-48BE-EB43-8E38-BF8115EF36DE}" type="pres">
      <dgm:prSet presAssocID="{AD7AF476-142F-5343-B722-B3515759DB42}" presName="horz2" presStyleCnt="0"/>
      <dgm:spPr/>
    </dgm:pt>
    <dgm:pt modelId="{135C39A9-3D33-3643-90DA-DB00F9F0D2E8}" type="pres">
      <dgm:prSet presAssocID="{AD7AF476-142F-5343-B722-B3515759DB42}" presName="horzSpace2" presStyleCnt="0"/>
      <dgm:spPr/>
    </dgm:pt>
    <dgm:pt modelId="{F1DE86AB-93EB-1D45-9FEF-5B7A35437D9F}" type="pres">
      <dgm:prSet presAssocID="{AD7AF476-142F-5343-B722-B3515759DB42}" presName="tx2" presStyleLbl="revTx" presStyleIdx="3" presStyleCnt="10"/>
      <dgm:spPr/>
    </dgm:pt>
    <dgm:pt modelId="{3EF21CD1-28F9-EF48-829A-CD49BA684B7A}" type="pres">
      <dgm:prSet presAssocID="{AD7AF476-142F-5343-B722-B3515759DB42}" presName="vert2" presStyleCnt="0"/>
      <dgm:spPr/>
    </dgm:pt>
    <dgm:pt modelId="{51FC4524-9430-4446-9641-79372815690D}" type="pres">
      <dgm:prSet presAssocID="{AD7AF476-142F-5343-B722-B3515759DB42}" presName="thinLine2b" presStyleLbl="callout" presStyleIdx="2" presStyleCnt="7"/>
      <dgm:spPr/>
    </dgm:pt>
    <dgm:pt modelId="{40018660-3BA5-504B-B0E6-E22156FB222A}" type="pres">
      <dgm:prSet presAssocID="{AD7AF476-142F-5343-B722-B3515759DB42}" presName="vertSpace2b" presStyleCnt="0"/>
      <dgm:spPr/>
    </dgm:pt>
    <dgm:pt modelId="{CECC4FAD-919B-A746-A9F5-2BA829A3BB66}" type="pres">
      <dgm:prSet presAssocID="{373DEF02-6BA4-9C41-8BF3-C7FA5FE8D7DC}" presName="thickLine" presStyleLbl="alignNode1" presStyleIdx="1" presStyleCnt="3"/>
      <dgm:spPr/>
    </dgm:pt>
    <dgm:pt modelId="{6D96E209-ED67-4A49-B710-B5F366FC4137}" type="pres">
      <dgm:prSet presAssocID="{373DEF02-6BA4-9C41-8BF3-C7FA5FE8D7DC}" presName="horz1" presStyleCnt="0"/>
      <dgm:spPr/>
    </dgm:pt>
    <dgm:pt modelId="{BC654712-4AB8-0845-828E-217B3D0EBE53}" type="pres">
      <dgm:prSet presAssocID="{373DEF02-6BA4-9C41-8BF3-C7FA5FE8D7DC}" presName="tx1" presStyleLbl="revTx" presStyleIdx="4" presStyleCnt="10"/>
      <dgm:spPr/>
    </dgm:pt>
    <dgm:pt modelId="{EFAE9CE0-6A42-7246-A09B-02BF3ACF1D2D}" type="pres">
      <dgm:prSet presAssocID="{373DEF02-6BA4-9C41-8BF3-C7FA5FE8D7DC}" presName="vert1" presStyleCnt="0"/>
      <dgm:spPr/>
    </dgm:pt>
    <dgm:pt modelId="{25971BFA-1D9C-F24A-9D9A-DB218F0850B5}" type="pres">
      <dgm:prSet presAssocID="{51A1F7BE-AFB4-E24A-A4C7-C585F7060151}" presName="vertSpace2a" presStyleCnt="0"/>
      <dgm:spPr/>
    </dgm:pt>
    <dgm:pt modelId="{678DD590-B111-064F-B0F0-90FB18214363}" type="pres">
      <dgm:prSet presAssocID="{51A1F7BE-AFB4-E24A-A4C7-C585F7060151}" presName="horz2" presStyleCnt="0"/>
      <dgm:spPr/>
    </dgm:pt>
    <dgm:pt modelId="{C5B5BB52-14EE-5246-8231-AF2782F7B872}" type="pres">
      <dgm:prSet presAssocID="{51A1F7BE-AFB4-E24A-A4C7-C585F7060151}" presName="horzSpace2" presStyleCnt="0"/>
      <dgm:spPr/>
    </dgm:pt>
    <dgm:pt modelId="{937B87E2-76C4-9143-A134-5EADF385984F}" type="pres">
      <dgm:prSet presAssocID="{51A1F7BE-AFB4-E24A-A4C7-C585F7060151}" presName="tx2" presStyleLbl="revTx" presStyleIdx="5" presStyleCnt="10"/>
      <dgm:spPr/>
    </dgm:pt>
    <dgm:pt modelId="{5495E865-16CD-BB41-BCA5-7AD117CFC8D6}" type="pres">
      <dgm:prSet presAssocID="{51A1F7BE-AFB4-E24A-A4C7-C585F7060151}" presName="vert2" presStyleCnt="0"/>
      <dgm:spPr/>
    </dgm:pt>
    <dgm:pt modelId="{6CA345AB-D4FD-8245-A745-202660954336}" type="pres">
      <dgm:prSet presAssocID="{51A1F7BE-AFB4-E24A-A4C7-C585F7060151}" presName="thinLine2b" presStyleLbl="callout" presStyleIdx="3" presStyleCnt="7"/>
      <dgm:spPr/>
    </dgm:pt>
    <dgm:pt modelId="{FC5473A0-32B7-1B4F-9100-E03595C7736F}" type="pres">
      <dgm:prSet presAssocID="{51A1F7BE-AFB4-E24A-A4C7-C585F7060151}" presName="vertSpace2b" presStyleCnt="0"/>
      <dgm:spPr/>
    </dgm:pt>
    <dgm:pt modelId="{A02FDFBA-949D-F147-B289-6EDB56810B3B}" type="pres">
      <dgm:prSet presAssocID="{A05A2284-1A61-6F49-9DA8-63654589D2D7}" presName="horz2" presStyleCnt="0"/>
      <dgm:spPr/>
    </dgm:pt>
    <dgm:pt modelId="{93112E5A-84CD-3E48-8379-B910CD21AC4C}" type="pres">
      <dgm:prSet presAssocID="{A05A2284-1A61-6F49-9DA8-63654589D2D7}" presName="horzSpace2" presStyleCnt="0"/>
      <dgm:spPr/>
    </dgm:pt>
    <dgm:pt modelId="{E3D9BC35-FA1D-DF42-AFDF-C0B7B04D1DC2}" type="pres">
      <dgm:prSet presAssocID="{A05A2284-1A61-6F49-9DA8-63654589D2D7}" presName="tx2" presStyleLbl="revTx" presStyleIdx="6" presStyleCnt="10"/>
      <dgm:spPr/>
    </dgm:pt>
    <dgm:pt modelId="{FFCB8E27-09FE-A048-AF4C-76B1F45C7083}" type="pres">
      <dgm:prSet presAssocID="{A05A2284-1A61-6F49-9DA8-63654589D2D7}" presName="vert2" presStyleCnt="0"/>
      <dgm:spPr/>
    </dgm:pt>
    <dgm:pt modelId="{467B1678-6F7F-6B44-A105-B40B63EA6973}" type="pres">
      <dgm:prSet presAssocID="{A05A2284-1A61-6F49-9DA8-63654589D2D7}" presName="thinLine2b" presStyleLbl="callout" presStyleIdx="4" presStyleCnt="7"/>
      <dgm:spPr/>
    </dgm:pt>
    <dgm:pt modelId="{D0F7E7E6-AFF3-8447-957A-A98C8077A17F}" type="pres">
      <dgm:prSet presAssocID="{A05A2284-1A61-6F49-9DA8-63654589D2D7}" presName="vertSpace2b" presStyleCnt="0"/>
      <dgm:spPr/>
    </dgm:pt>
    <dgm:pt modelId="{DCCFCAAE-47A0-404A-B4CE-066035FAEB67}" type="pres">
      <dgm:prSet presAssocID="{3891EA8A-0D29-964C-BB60-E8D7186EE319}" presName="thickLine" presStyleLbl="alignNode1" presStyleIdx="2" presStyleCnt="3"/>
      <dgm:spPr/>
    </dgm:pt>
    <dgm:pt modelId="{81FA4314-A162-4A47-AF1A-D28329191376}" type="pres">
      <dgm:prSet presAssocID="{3891EA8A-0D29-964C-BB60-E8D7186EE319}" presName="horz1" presStyleCnt="0"/>
      <dgm:spPr/>
    </dgm:pt>
    <dgm:pt modelId="{42ADBA1E-1EB8-594B-9008-189DA3A33D7C}" type="pres">
      <dgm:prSet presAssocID="{3891EA8A-0D29-964C-BB60-E8D7186EE319}" presName="tx1" presStyleLbl="revTx" presStyleIdx="7" presStyleCnt="10"/>
      <dgm:spPr/>
    </dgm:pt>
    <dgm:pt modelId="{4E2CDD3B-BDBC-2849-AEC5-29B2A3F45A4E}" type="pres">
      <dgm:prSet presAssocID="{3891EA8A-0D29-964C-BB60-E8D7186EE319}" presName="vert1" presStyleCnt="0"/>
      <dgm:spPr/>
    </dgm:pt>
    <dgm:pt modelId="{CE10FF3B-DDA6-8140-8A3B-8E1C8CABA1D4}" type="pres">
      <dgm:prSet presAssocID="{10CB012F-6CC8-D747-8F5E-3A2BBB084D67}" presName="vertSpace2a" presStyleCnt="0"/>
      <dgm:spPr/>
    </dgm:pt>
    <dgm:pt modelId="{8E1976C3-DC9B-1744-840D-C440D004375A}" type="pres">
      <dgm:prSet presAssocID="{10CB012F-6CC8-D747-8F5E-3A2BBB084D67}" presName="horz2" presStyleCnt="0"/>
      <dgm:spPr/>
    </dgm:pt>
    <dgm:pt modelId="{1AACEEBB-8D01-3846-8C93-BC0CCDB54D53}" type="pres">
      <dgm:prSet presAssocID="{10CB012F-6CC8-D747-8F5E-3A2BBB084D67}" presName="horzSpace2" presStyleCnt="0"/>
      <dgm:spPr/>
    </dgm:pt>
    <dgm:pt modelId="{0B1C9BA2-A2B3-9A4D-A060-BBEA77562B0D}" type="pres">
      <dgm:prSet presAssocID="{10CB012F-6CC8-D747-8F5E-3A2BBB084D67}" presName="tx2" presStyleLbl="revTx" presStyleIdx="8" presStyleCnt="10"/>
      <dgm:spPr/>
    </dgm:pt>
    <dgm:pt modelId="{03127A6D-4C51-0D4F-B1BC-9EDB49E7E9F5}" type="pres">
      <dgm:prSet presAssocID="{10CB012F-6CC8-D747-8F5E-3A2BBB084D67}" presName="vert2" presStyleCnt="0"/>
      <dgm:spPr/>
    </dgm:pt>
    <dgm:pt modelId="{FEECC528-951F-DC45-8BEC-0ED890B4EF45}" type="pres">
      <dgm:prSet presAssocID="{10CB012F-6CC8-D747-8F5E-3A2BBB084D67}" presName="thinLine2b" presStyleLbl="callout" presStyleIdx="5" presStyleCnt="7"/>
      <dgm:spPr/>
    </dgm:pt>
    <dgm:pt modelId="{D10C763C-E11F-E448-8EEC-6D116A54F595}" type="pres">
      <dgm:prSet presAssocID="{10CB012F-6CC8-D747-8F5E-3A2BBB084D67}" presName="vertSpace2b" presStyleCnt="0"/>
      <dgm:spPr/>
    </dgm:pt>
    <dgm:pt modelId="{CD76C463-8F89-844B-A11B-AEC95173CF58}" type="pres">
      <dgm:prSet presAssocID="{D00BB806-785B-254B-9530-BBD2C7796242}" presName="horz2" presStyleCnt="0"/>
      <dgm:spPr/>
    </dgm:pt>
    <dgm:pt modelId="{33DD67C2-44A1-8243-BB49-2D66EA953D70}" type="pres">
      <dgm:prSet presAssocID="{D00BB806-785B-254B-9530-BBD2C7796242}" presName="horzSpace2" presStyleCnt="0"/>
      <dgm:spPr/>
    </dgm:pt>
    <dgm:pt modelId="{F1C46DDE-FC07-4A4B-87FA-FAD7CA4A9BBD}" type="pres">
      <dgm:prSet presAssocID="{D00BB806-785B-254B-9530-BBD2C7796242}" presName="tx2" presStyleLbl="revTx" presStyleIdx="9" presStyleCnt="10"/>
      <dgm:spPr/>
    </dgm:pt>
    <dgm:pt modelId="{AD5B1FDE-6BF2-B440-A0E6-A4410A78F445}" type="pres">
      <dgm:prSet presAssocID="{D00BB806-785B-254B-9530-BBD2C7796242}" presName="vert2" presStyleCnt="0"/>
      <dgm:spPr/>
    </dgm:pt>
    <dgm:pt modelId="{9D82DEC1-B055-6343-B20F-1961BBB7D960}" type="pres">
      <dgm:prSet presAssocID="{D00BB806-785B-254B-9530-BBD2C7796242}" presName="thinLine2b" presStyleLbl="callout" presStyleIdx="6" presStyleCnt="7"/>
      <dgm:spPr/>
    </dgm:pt>
    <dgm:pt modelId="{850A5FA9-CAA1-1F46-A1A6-CB263E5E4407}" type="pres">
      <dgm:prSet presAssocID="{D00BB806-785B-254B-9530-BBD2C7796242}" presName="vertSpace2b" presStyleCnt="0"/>
      <dgm:spPr/>
    </dgm:pt>
  </dgm:ptLst>
  <dgm:cxnLst>
    <dgm:cxn modelId="{8D2C4904-D280-E040-B298-DDA29D9462AD}" type="presOf" srcId="{10CB012F-6CC8-D747-8F5E-3A2BBB084D67}" destId="{0B1C9BA2-A2B3-9A4D-A060-BBEA77562B0D}" srcOrd="0" destOrd="0" presId="urn:microsoft.com/office/officeart/2008/layout/LinedList"/>
    <dgm:cxn modelId="{88B2930A-D7BC-B54E-B1D6-E3D6458DFCC4}" srcId="{373DEF02-6BA4-9C41-8BF3-C7FA5FE8D7DC}" destId="{A05A2284-1A61-6F49-9DA8-63654589D2D7}" srcOrd="1" destOrd="0" parTransId="{C7E42B9D-D720-5C4C-9C94-AED7685ACCE7}" sibTransId="{6060219F-DD56-A741-905C-22684263906E}"/>
    <dgm:cxn modelId="{AD19D913-975A-2C47-8E62-0698716CE6C8}" type="presOf" srcId="{9C458CE4-5008-C142-9A48-6499DB573D79}" destId="{22A4873F-4E12-E046-A9BC-73C3179184D6}" srcOrd="0" destOrd="0" presId="urn:microsoft.com/office/officeart/2008/layout/LinedList"/>
    <dgm:cxn modelId="{97FF3225-9949-FC43-8BC1-66CB21C637E7}" type="presOf" srcId="{373DEF02-6BA4-9C41-8BF3-C7FA5FE8D7DC}" destId="{BC654712-4AB8-0845-828E-217B3D0EBE53}" srcOrd="0" destOrd="0" presId="urn:microsoft.com/office/officeart/2008/layout/LinedList"/>
    <dgm:cxn modelId="{D2206428-7F49-C44A-83E4-6ABABBE81C54}" srcId="{94F828B5-D3C6-2646-958C-6B7769587224}" destId="{3891EA8A-0D29-964C-BB60-E8D7186EE319}" srcOrd="2" destOrd="0" parTransId="{F353BA6E-42A9-0440-BBB9-B7BA1C3DB176}" sibTransId="{404BDC20-0CCD-5C48-A1F4-C279B97851FE}"/>
    <dgm:cxn modelId="{32BB9E33-B48F-2342-9BD8-411F64A88664}" type="presOf" srcId="{AD7AF476-142F-5343-B722-B3515759DB42}" destId="{F1DE86AB-93EB-1D45-9FEF-5B7A35437D9F}" srcOrd="0" destOrd="0" presId="urn:microsoft.com/office/officeart/2008/layout/LinedList"/>
    <dgm:cxn modelId="{F8691844-7D68-504C-B023-9C6C61763A5C}" srcId="{94F828B5-D3C6-2646-958C-6B7769587224}" destId="{9C458CE4-5008-C142-9A48-6499DB573D79}" srcOrd="0" destOrd="0" parTransId="{9C4048DC-534E-234A-AA8C-17B787FCCE40}" sibTransId="{EC38ADC3-511B-D54E-9FE6-F0825FB65140}"/>
    <dgm:cxn modelId="{16A80F4C-8F69-AA49-9349-D648D172C8B6}" srcId="{9C458CE4-5008-C142-9A48-6499DB573D79}" destId="{F748C1FF-8EE6-C444-8968-AB43A908B9C9}" srcOrd="0" destOrd="0" parTransId="{0B3B6721-8469-3A4D-9682-D55283A83D9F}" sibTransId="{8BEBDBF9-FDEC-F540-A62E-4FE883971DA0}"/>
    <dgm:cxn modelId="{BC35CE5D-0CAA-034F-8D46-9827FE554F67}" srcId="{3891EA8A-0D29-964C-BB60-E8D7186EE319}" destId="{10CB012F-6CC8-D747-8F5E-3A2BBB084D67}" srcOrd="0" destOrd="0" parTransId="{06291650-FF43-884B-B342-BE04AD5FEE8D}" sibTransId="{A6FACB61-2CBF-7941-9FF2-1148A15F5EA9}"/>
    <dgm:cxn modelId="{0FCABA71-C011-F745-A87F-51185B1BF058}" type="presOf" srcId="{D00BB806-785B-254B-9530-BBD2C7796242}" destId="{F1C46DDE-FC07-4A4B-87FA-FAD7CA4A9BBD}" srcOrd="0" destOrd="0" presId="urn:microsoft.com/office/officeart/2008/layout/LinedList"/>
    <dgm:cxn modelId="{E63B2D91-A5BC-6D4C-8640-CB195A9B11CB}" type="presOf" srcId="{F748C1FF-8EE6-C444-8968-AB43A908B9C9}" destId="{ADB8A354-02DB-8842-B6C0-A7BE7433A696}" srcOrd="0" destOrd="0" presId="urn:microsoft.com/office/officeart/2008/layout/LinedList"/>
    <dgm:cxn modelId="{C1DD3198-1BE8-6442-A5DE-19196CD03841}" type="presOf" srcId="{3891EA8A-0D29-964C-BB60-E8D7186EE319}" destId="{42ADBA1E-1EB8-594B-9008-189DA3A33D7C}" srcOrd="0" destOrd="0" presId="urn:microsoft.com/office/officeart/2008/layout/LinedList"/>
    <dgm:cxn modelId="{B6D822A4-2B80-4C48-A671-D0043BEDE8D3}" srcId="{94F828B5-D3C6-2646-958C-6B7769587224}" destId="{373DEF02-6BA4-9C41-8BF3-C7FA5FE8D7DC}" srcOrd="1" destOrd="0" parTransId="{984321F3-3B05-0548-95C4-1BEE51DE3B7D}" sibTransId="{CD4F7BB7-BB91-DC45-8578-73B6AAEDCFC2}"/>
    <dgm:cxn modelId="{C87DFEA4-2890-214D-BC66-B2F648947AD2}" srcId="{9C458CE4-5008-C142-9A48-6499DB573D79}" destId="{4B7FD788-F486-8144-B00E-0F245E459ACD}" srcOrd="1" destOrd="0" parTransId="{B0D53318-FD59-E54D-B13F-CBA6D16534C6}" sibTransId="{D6E5DA37-BA45-2644-905E-88F7B636C484}"/>
    <dgm:cxn modelId="{6C7149AB-B86F-7549-9EA4-DCCE312D3208}" type="presOf" srcId="{94F828B5-D3C6-2646-958C-6B7769587224}" destId="{9BE84A9C-5887-1246-A6A8-C1B2B7DDA745}" srcOrd="0" destOrd="0" presId="urn:microsoft.com/office/officeart/2008/layout/LinedList"/>
    <dgm:cxn modelId="{DACA1AB4-1B80-104B-B0B1-1DA2650C9F6E}" type="presOf" srcId="{4B7FD788-F486-8144-B00E-0F245E459ACD}" destId="{58603EBE-5EDB-6640-BF2D-B67F79CAC760}" srcOrd="0" destOrd="0" presId="urn:microsoft.com/office/officeart/2008/layout/LinedList"/>
    <dgm:cxn modelId="{3EB60FB9-D043-E447-BD4E-99B900F2D09B}" type="presOf" srcId="{A05A2284-1A61-6F49-9DA8-63654589D2D7}" destId="{E3D9BC35-FA1D-DF42-AFDF-C0B7B04D1DC2}" srcOrd="0" destOrd="0" presId="urn:microsoft.com/office/officeart/2008/layout/LinedList"/>
    <dgm:cxn modelId="{F6D2C0C0-A1E2-2E46-9DA1-4C490D1EEFC6}" srcId="{3891EA8A-0D29-964C-BB60-E8D7186EE319}" destId="{D00BB806-785B-254B-9530-BBD2C7796242}" srcOrd="1" destOrd="0" parTransId="{7D3734E6-89E0-244A-94BF-917ACE8F9F53}" sibTransId="{103B2060-7752-BD4B-8FD0-9C94155E6A44}"/>
    <dgm:cxn modelId="{944260D1-BFD1-1A42-B9E6-2F4647A1301D}" type="presOf" srcId="{51A1F7BE-AFB4-E24A-A4C7-C585F7060151}" destId="{937B87E2-76C4-9143-A134-5EADF385984F}" srcOrd="0" destOrd="0" presId="urn:microsoft.com/office/officeart/2008/layout/LinedList"/>
    <dgm:cxn modelId="{7CEB6DD8-56C0-314D-87A2-62830D7EF4E5}" srcId="{373DEF02-6BA4-9C41-8BF3-C7FA5FE8D7DC}" destId="{51A1F7BE-AFB4-E24A-A4C7-C585F7060151}" srcOrd="0" destOrd="0" parTransId="{DCF33FEB-1317-1E44-919B-6195E720BFDA}" sibTransId="{0BCE3FC3-9132-3449-AF98-5602208161C8}"/>
    <dgm:cxn modelId="{710043F6-DC4B-F941-9093-A767A1975AEB}" srcId="{9C458CE4-5008-C142-9A48-6499DB573D79}" destId="{AD7AF476-142F-5343-B722-B3515759DB42}" srcOrd="2" destOrd="0" parTransId="{7B3CA21E-0CB0-554B-806B-46C9AB32C586}" sibTransId="{D999F3BF-8F1E-7049-B5CF-AFBD8396F033}"/>
    <dgm:cxn modelId="{EDCF9EEF-B28E-3D46-ADC0-21E32E61940F}" type="presParOf" srcId="{9BE84A9C-5887-1246-A6A8-C1B2B7DDA745}" destId="{CA842607-54CA-9B46-A47B-30D2C606E788}" srcOrd="0" destOrd="0" presId="urn:microsoft.com/office/officeart/2008/layout/LinedList"/>
    <dgm:cxn modelId="{90996B4F-75B9-BE44-8A56-CE641891131B}" type="presParOf" srcId="{9BE84A9C-5887-1246-A6A8-C1B2B7DDA745}" destId="{50DE9150-BE83-4B4C-83A4-4A0549BBF376}" srcOrd="1" destOrd="0" presId="urn:microsoft.com/office/officeart/2008/layout/LinedList"/>
    <dgm:cxn modelId="{409F0AE8-0E37-F14F-91B9-9F6E163AFE3E}" type="presParOf" srcId="{50DE9150-BE83-4B4C-83A4-4A0549BBF376}" destId="{22A4873F-4E12-E046-A9BC-73C3179184D6}" srcOrd="0" destOrd="0" presId="urn:microsoft.com/office/officeart/2008/layout/LinedList"/>
    <dgm:cxn modelId="{4C5B4616-D9E9-C946-96C3-C210E2D16F2E}" type="presParOf" srcId="{50DE9150-BE83-4B4C-83A4-4A0549BBF376}" destId="{ECD782B8-E5F3-8541-877B-85D29266C6D0}" srcOrd="1" destOrd="0" presId="urn:microsoft.com/office/officeart/2008/layout/LinedList"/>
    <dgm:cxn modelId="{DB702896-35ED-074D-8566-10F0AEF72CE3}" type="presParOf" srcId="{ECD782B8-E5F3-8541-877B-85D29266C6D0}" destId="{C3F44E83-A73F-5642-BF9C-FBACF56843EF}" srcOrd="0" destOrd="0" presId="urn:microsoft.com/office/officeart/2008/layout/LinedList"/>
    <dgm:cxn modelId="{8E238B29-D867-CD48-9C3B-37E895D03E38}" type="presParOf" srcId="{ECD782B8-E5F3-8541-877B-85D29266C6D0}" destId="{230A5F63-91FE-4B4B-BA8A-FA49AE21D83B}" srcOrd="1" destOrd="0" presId="urn:microsoft.com/office/officeart/2008/layout/LinedList"/>
    <dgm:cxn modelId="{EC7B655F-A08C-DA4A-A5C3-69CDE94B269F}" type="presParOf" srcId="{230A5F63-91FE-4B4B-BA8A-FA49AE21D83B}" destId="{39A01900-5878-E74F-A729-AD4D2EAC4248}" srcOrd="0" destOrd="0" presId="urn:microsoft.com/office/officeart/2008/layout/LinedList"/>
    <dgm:cxn modelId="{1D8AE387-910F-BC4C-972D-1389DE662EC6}" type="presParOf" srcId="{230A5F63-91FE-4B4B-BA8A-FA49AE21D83B}" destId="{ADB8A354-02DB-8842-B6C0-A7BE7433A696}" srcOrd="1" destOrd="0" presId="urn:microsoft.com/office/officeart/2008/layout/LinedList"/>
    <dgm:cxn modelId="{862211CC-F386-EC44-803B-DEE757A0B073}" type="presParOf" srcId="{230A5F63-91FE-4B4B-BA8A-FA49AE21D83B}" destId="{8FF68045-BEB1-8545-883C-95B97FD84781}" srcOrd="2" destOrd="0" presId="urn:microsoft.com/office/officeart/2008/layout/LinedList"/>
    <dgm:cxn modelId="{F7347428-3763-7341-A489-870A98205CA1}" type="presParOf" srcId="{ECD782B8-E5F3-8541-877B-85D29266C6D0}" destId="{C4AC882C-AB7B-7E4F-8A1B-C93DD9EB6C7F}" srcOrd="2" destOrd="0" presId="urn:microsoft.com/office/officeart/2008/layout/LinedList"/>
    <dgm:cxn modelId="{91E2E05F-971A-B845-A3E2-0BC9688386AA}" type="presParOf" srcId="{ECD782B8-E5F3-8541-877B-85D29266C6D0}" destId="{5B509F38-0E25-5E4A-B7A9-E2298E422E79}" srcOrd="3" destOrd="0" presId="urn:microsoft.com/office/officeart/2008/layout/LinedList"/>
    <dgm:cxn modelId="{DBEDFD1B-512D-F847-87AC-BEAFA1AD2541}" type="presParOf" srcId="{ECD782B8-E5F3-8541-877B-85D29266C6D0}" destId="{AB6DE913-95C3-D447-B160-6CC520E821C8}" srcOrd="4" destOrd="0" presId="urn:microsoft.com/office/officeart/2008/layout/LinedList"/>
    <dgm:cxn modelId="{26501D8B-BFA7-EA48-9B3F-98B5A914BD53}" type="presParOf" srcId="{AB6DE913-95C3-D447-B160-6CC520E821C8}" destId="{9212A93F-1ADB-F846-BF8B-82B7B7B320B5}" srcOrd="0" destOrd="0" presId="urn:microsoft.com/office/officeart/2008/layout/LinedList"/>
    <dgm:cxn modelId="{0A44F52B-AC2F-8B4B-B125-31D394455F16}" type="presParOf" srcId="{AB6DE913-95C3-D447-B160-6CC520E821C8}" destId="{58603EBE-5EDB-6640-BF2D-B67F79CAC760}" srcOrd="1" destOrd="0" presId="urn:microsoft.com/office/officeart/2008/layout/LinedList"/>
    <dgm:cxn modelId="{BD887722-E4D3-374D-B69B-59D84B6CBFF5}" type="presParOf" srcId="{AB6DE913-95C3-D447-B160-6CC520E821C8}" destId="{5D68C874-531F-7D4D-ACFD-C0AB2602D2B0}" srcOrd="2" destOrd="0" presId="urn:microsoft.com/office/officeart/2008/layout/LinedList"/>
    <dgm:cxn modelId="{035D8ECD-A914-9949-83A7-FE779BCDAD16}" type="presParOf" srcId="{ECD782B8-E5F3-8541-877B-85D29266C6D0}" destId="{B1F2731C-1488-9644-A51D-0694516AE08A}" srcOrd="5" destOrd="0" presId="urn:microsoft.com/office/officeart/2008/layout/LinedList"/>
    <dgm:cxn modelId="{2C44E3A9-3E27-2A4A-BC23-4CF6299ACD08}" type="presParOf" srcId="{ECD782B8-E5F3-8541-877B-85D29266C6D0}" destId="{9120DD87-A54C-A64F-A5C7-1560595D4E97}" srcOrd="6" destOrd="0" presId="urn:microsoft.com/office/officeart/2008/layout/LinedList"/>
    <dgm:cxn modelId="{24C3238E-FC05-4945-922A-0AF7A799B379}" type="presParOf" srcId="{ECD782B8-E5F3-8541-877B-85D29266C6D0}" destId="{4D74E892-48BE-EB43-8E38-BF8115EF36DE}" srcOrd="7" destOrd="0" presId="urn:microsoft.com/office/officeart/2008/layout/LinedList"/>
    <dgm:cxn modelId="{A40DB436-4311-FC45-BF3B-52D9C258FB47}" type="presParOf" srcId="{4D74E892-48BE-EB43-8E38-BF8115EF36DE}" destId="{135C39A9-3D33-3643-90DA-DB00F9F0D2E8}" srcOrd="0" destOrd="0" presId="urn:microsoft.com/office/officeart/2008/layout/LinedList"/>
    <dgm:cxn modelId="{A021D8F7-D3B1-D24D-999E-DC3E323B8733}" type="presParOf" srcId="{4D74E892-48BE-EB43-8E38-BF8115EF36DE}" destId="{F1DE86AB-93EB-1D45-9FEF-5B7A35437D9F}" srcOrd="1" destOrd="0" presId="urn:microsoft.com/office/officeart/2008/layout/LinedList"/>
    <dgm:cxn modelId="{D4F7D74B-6F6B-6142-AB16-6C1780E50AD0}" type="presParOf" srcId="{4D74E892-48BE-EB43-8E38-BF8115EF36DE}" destId="{3EF21CD1-28F9-EF48-829A-CD49BA684B7A}" srcOrd="2" destOrd="0" presId="urn:microsoft.com/office/officeart/2008/layout/LinedList"/>
    <dgm:cxn modelId="{173E1B5A-5D81-DF49-9E0B-10880F17F1FC}" type="presParOf" srcId="{ECD782B8-E5F3-8541-877B-85D29266C6D0}" destId="{51FC4524-9430-4446-9641-79372815690D}" srcOrd="8" destOrd="0" presId="urn:microsoft.com/office/officeart/2008/layout/LinedList"/>
    <dgm:cxn modelId="{7084AFA7-24B2-4F46-B014-BAAFA86BAAA5}" type="presParOf" srcId="{ECD782B8-E5F3-8541-877B-85D29266C6D0}" destId="{40018660-3BA5-504B-B0E6-E22156FB222A}" srcOrd="9" destOrd="0" presId="urn:microsoft.com/office/officeart/2008/layout/LinedList"/>
    <dgm:cxn modelId="{9751EA33-3106-D341-9FFF-A44CF62DC09D}" type="presParOf" srcId="{9BE84A9C-5887-1246-A6A8-C1B2B7DDA745}" destId="{CECC4FAD-919B-A746-A9F5-2BA829A3BB66}" srcOrd="2" destOrd="0" presId="urn:microsoft.com/office/officeart/2008/layout/LinedList"/>
    <dgm:cxn modelId="{B714F836-B65D-724B-B2F2-18356AB884BB}" type="presParOf" srcId="{9BE84A9C-5887-1246-A6A8-C1B2B7DDA745}" destId="{6D96E209-ED67-4A49-B710-B5F366FC4137}" srcOrd="3" destOrd="0" presId="urn:microsoft.com/office/officeart/2008/layout/LinedList"/>
    <dgm:cxn modelId="{C4E1596D-7570-2D4A-AB5E-41B042377FC5}" type="presParOf" srcId="{6D96E209-ED67-4A49-B710-B5F366FC4137}" destId="{BC654712-4AB8-0845-828E-217B3D0EBE53}" srcOrd="0" destOrd="0" presId="urn:microsoft.com/office/officeart/2008/layout/LinedList"/>
    <dgm:cxn modelId="{ACD7B2F1-18DC-FA4F-81ED-6CC30C960409}" type="presParOf" srcId="{6D96E209-ED67-4A49-B710-B5F366FC4137}" destId="{EFAE9CE0-6A42-7246-A09B-02BF3ACF1D2D}" srcOrd="1" destOrd="0" presId="urn:microsoft.com/office/officeart/2008/layout/LinedList"/>
    <dgm:cxn modelId="{7AD81F6D-8786-6742-82BC-D82F0F3C370D}" type="presParOf" srcId="{EFAE9CE0-6A42-7246-A09B-02BF3ACF1D2D}" destId="{25971BFA-1D9C-F24A-9D9A-DB218F0850B5}" srcOrd="0" destOrd="0" presId="urn:microsoft.com/office/officeart/2008/layout/LinedList"/>
    <dgm:cxn modelId="{9B5F04E8-DCC7-0D47-9615-6F15EC0F168E}" type="presParOf" srcId="{EFAE9CE0-6A42-7246-A09B-02BF3ACF1D2D}" destId="{678DD590-B111-064F-B0F0-90FB18214363}" srcOrd="1" destOrd="0" presId="urn:microsoft.com/office/officeart/2008/layout/LinedList"/>
    <dgm:cxn modelId="{09EBEDEB-D96F-1141-9A62-922C4A63E0CA}" type="presParOf" srcId="{678DD590-B111-064F-B0F0-90FB18214363}" destId="{C5B5BB52-14EE-5246-8231-AF2782F7B872}" srcOrd="0" destOrd="0" presId="urn:microsoft.com/office/officeart/2008/layout/LinedList"/>
    <dgm:cxn modelId="{F3F2213F-EC23-864C-8030-BA44C880828D}" type="presParOf" srcId="{678DD590-B111-064F-B0F0-90FB18214363}" destId="{937B87E2-76C4-9143-A134-5EADF385984F}" srcOrd="1" destOrd="0" presId="urn:microsoft.com/office/officeart/2008/layout/LinedList"/>
    <dgm:cxn modelId="{94DFA6FF-C7E2-FC40-9690-CBC924A2B284}" type="presParOf" srcId="{678DD590-B111-064F-B0F0-90FB18214363}" destId="{5495E865-16CD-BB41-BCA5-7AD117CFC8D6}" srcOrd="2" destOrd="0" presId="urn:microsoft.com/office/officeart/2008/layout/LinedList"/>
    <dgm:cxn modelId="{207C98AE-E48C-8641-82A2-B797D4463C6C}" type="presParOf" srcId="{EFAE9CE0-6A42-7246-A09B-02BF3ACF1D2D}" destId="{6CA345AB-D4FD-8245-A745-202660954336}" srcOrd="2" destOrd="0" presId="urn:microsoft.com/office/officeart/2008/layout/LinedList"/>
    <dgm:cxn modelId="{3F900070-CF89-2945-8998-9AE7E9E95B18}" type="presParOf" srcId="{EFAE9CE0-6A42-7246-A09B-02BF3ACF1D2D}" destId="{FC5473A0-32B7-1B4F-9100-E03595C7736F}" srcOrd="3" destOrd="0" presId="urn:microsoft.com/office/officeart/2008/layout/LinedList"/>
    <dgm:cxn modelId="{B73245A8-2BF8-D245-84DE-502A69CFE034}" type="presParOf" srcId="{EFAE9CE0-6A42-7246-A09B-02BF3ACF1D2D}" destId="{A02FDFBA-949D-F147-B289-6EDB56810B3B}" srcOrd="4" destOrd="0" presId="urn:microsoft.com/office/officeart/2008/layout/LinedList"/>
    <dgm:cxn modelId="{149E85EA-1D34-CF44-B3E6-F938A7D12BDC}" type="presParOf" srcId="{A02FDFBA-949D-F147-B289-6EDB56810B3B}" destId="{93112E5A-84CD-3E48-8379-B910CD21AC4C}" srcOrd="0" destOrd="0" presId="urn:microsoft.com/office/officeart/2008/layout/LinedList"/>
    <dgm:cxn modelId="{58C9AD5E-033F-EB4B-AC43-C3AE86EC4EAA}" type="presParOf" srcId="{A02FDFBA-949D-F147-B289-6EDB56810B3B}" destId="{E3D9BC35-FA1D-DF42-AFDF-C0B7B04D1DC2}" srcOrd="1" destOrd="0" presId="urn:microsoft.com/office/officeart/2008/layout/LinedList"/>
    <dgm:cxn modelId="{4D812B93-D5EB-DC44-9F14-2B93267CD63A}" type="presParOf" srcId="{A02FDFBA-949D-F147-B289-6EDB56810B3B}" destId="{FFCB8E27-09FE-A048-AF4C-76B1F45C7083}" srcOrd="2" destOrd="0" presId="urn:microsoft.com/office/officeart/2008/layout/LinedList"/>
    <dgm:cxn modelId="{EE8F980C-BF4A-014B-AE7A-88327595884E}" type="presParOf" srcId="{EFAE9CE0-6A42-7246-A09B-02BF3ACF1D2D}" destId="{467B1678-6F7F-6B44-A105-B40B63EA6973}" srcOrd="5" destOrd="0" presId="urn:microsoft.com/office/officeart/2008/layout/LinedList"/>
    <dgm:cxn modelId="{6AFA4286-A413-F545-ABEF-90098B3EC6CD}" type="presParOf" srcId="{EFAE9CE0-6A42-7246-A09B-02BF3ACF1D2D}" destId="{D0F7E7E6-AFF3-8447-957A-A98C8077A17F}" srcOrd="6" destOrd="0" presId="urn:microsoft.com/office/officeart/2008/layout/LinedList"/>
    <dgm:cxn modelId="{D77DC367-6F7E-5149-99FA-361BC62841F9}" type="presParOf" srcId="{9BE84A9C-5887-1246-A6A8-C1B2B7DDA745}" destId="{DCCFCAAE-47A0-404A-B4CE-066035FAEB67}" srcOrd="4" destOrd="0" presId="urn:microsoft.com/office/officeart/2008/layout/LinedList"/>
    <dgm:cxn modelId="{12F17AB8-F874-524E-B887-68911D3E5B9B}" type="presParOf" srcId="{9BE84A9C-5887-1246-A6A8-C1B2B7DDA745}" destId="{81FA4314-A162-4A47-AF1A-D28329191376}" srcOrd="5" destOrd="0" presId="urn:microsoft.com/office/officeart/2008/layout/LinedList"/>
    <dgm:cxn modelId="{03B096C9-72EC-B743-9944-170AE5547D12}" type="presParOf" srcId="{81FA4314-A162-4A47-AF1A-D28329191376}" destId="{42ADBA1E-1EB8-594B-9008-189DA3A33D7C}" srcOrd="0" destOrd="0" presId="urn:microsoft.com/office/officeart/2008/layout/LinedList"/>
    <dgm:cxn modelId="{3B146E66-EFCA-C34E-8624-6B55C958A8A0}" type="presParOf" srcId="{81FA4314-A162-4A47-AF1A-D28329191376}" destId="{4E2CDD3B-BDBC-2849-AEC5-29B2A3F45A4E}" srcOrd="1" destOrd="0" presId="urn:microsoft.com/office/officeart/2008/layout/LinedList"/>
    <dgm:cxn modelId="{017948BA-ACD2-1247-B3F6-02145CB2E4BC}" type="presParOf" srcId="{4E2CDD3B-BDBC-2849-AEC5-29B2A3F45A4E}" destId="{CE10FF3B-DDA6-8140-8A3B-8E1C8CABA1D4}" srcOrd="0" destOrd="0" presId="urn:microsoft.com/office/officeart/2008/layout/LinedList"/>
    <dgm:cxn modelId="{DA5834F7-9621-3245-B477-BD6B7B5A521F}" type="presParOf" srcId="{4E2CDD3B-BDBC-2849-AEC5-29B2A3F45A4E}" destId="{8E1976C3-DC9B-1744-840D-C440D004375A}" srcOrd="1" destOrd="0" presId="urn:microsoft.com/office/officeart/2008/layout/LinedList"/>
    <dgm:cxn modelId="{A1B53EA5-A906-F647-BF32-07084D82B986}" type="presParOf" srcId="{8E1976C3-DC9B-1744-840D-C440D004375A}" destId="{1AACEEBB-8D01-3846-8C93-BC0CCDB54D53}" srcOrd="0" destOrd="0" presId="urn:microsoft.com/office/officeart/2008/layout/LinedList"/>
    <dgm:cxn modelId="{365CC257-1DE5-8040-A8A5-FA738E789D96}" type="presParOf" srcId="{8E1976C3-DC9B-1744-840D-C440D004375A}" destId="{0B1C9BA2-A2B3-9A4D-A060-BBEA77562B0D}" srcOrd="1" destOrd="0" presId="urn:microsoft.com/office/officeart/2008/layout/LinedList"/>
    <dgm:cxn modelId="{05D3A079-5125-B542-9C6D-F068F99F750A}" type="presParOf" srcId="{8E1976C3-DC9B-1744-840D-C440D004375A}" destId="{03127A6D-4C51-0D4F-B1BC-9EDB49E7E9F5}" srcOrd="2" destOrd="0" presId="urn:microsoft.com/office/officeart/2008/layout/LinedList"/>
    <dgm:cxn modelId="{DD200B97-7B15-5F44-8B53-CF89CE215F0E}" type="presParOf" srcId="{4E2CDD3B-BDBC-2849-AEC5-29B2A3F45A4E}" destId="{FEECC528-951F-DC45-8BEC-0ED890B4EF45}" srcOrd="2" destOrd="0" presId="urn:microsoft.com/office/officeart/2008/layout/LinedList"/>
    <dgm:cxn modelId="{7656C82E-CDF8-BC4E-BFB4-9C671F258DFE}" type="presParOf" srcId="{4E2CDD3B-BDBC-2849-AEC5-29B2A3F45A4E}" destId="{D10C763C-E11F-E448-8EEC-6D116A54F595}" srcOrd="3" destOrd="0" presId="urn:microsoft.com/office/officeart/2008/layout/LinedList"/>
    <dgm:cxn modelId="{8C761E4D-7F9A-7F44-A48C-131B27EC6D03}" type="presParOf" srcId="{4E2CDD3B-BDBC-2849-AEC5-29B2A3F45A4E}" destId="{CD76C463-8F89-844B-A11B-AEC95173CF58}" srcOrd="4" destOrd="0" presId="urn:microsoft.com/office/officeart/2008/layout/LinedList"/>
    <dgm:cxn modelId="{F2974D1B-4254-7E48-9AF7-5582EBBA9E44}" type="presParOf" srcId="{CD76C463-8F89-844B-A11B-AEC95173CF58}" destId="{33DD67C2-44A1-8243-BB49-2D66EA953D70}" srcOrd="0" destOrd="0" presId="urn:microsoft.com/office/officeart/2008/layout/LinedList"/>
    <dgm:cxn modelId="{0CB09531-718D-B144-ABE1-092A8F19B3D5}" type="presParOf" srcId="{CD76C463-8F89-844B-A11B-AEC95173CF58}" destId="{F1C46DDE-FC07-4A4B-87FA-FAD7CA4A9BBD}" srcOrd="1" destOrd="0" presId="urn:microsoft.com/office/officeart/2008/layout/LinedList"/>
    <dgm:cxn modelId="{66608548-C1DA-E647-94C8-C89FE147611E}" type="presParOf" srcId="{CD76C463-8F89-844B-A11B-AEC95173CF58}" destId="{AD5B1FDE-6BF2-B440-A0E6-A4410A78F445}" srcOrd="2" destOrd="0" presId="urn:microsoft.com/office/officeart/2008/layout/LinedList"/>
    <dgm:cxn modelId="{1C83023B-B071-6444-90B4-E2D532E208D7}" type="presParOf" srcId="{4E2CDD3B-BDBC-2849-AEC5-29B2A3F45A4E}" destId="{9D82DEC1-B055-6343-B20F-1961BBB7D960}" srcOrd="5" destOrd="0" presId="urn:microsoft.com/office/officeart/2008/layout/LinedList"/>
    <dgm:cxn modelId="{912B1CD9-8E1A-1C49-AE12-66DC6B6DEA24}" type="presParOf" srcId="{4E2CDD3B-BDBC-2849-AEC5-29B2A3F45A4E}" destId="{850A5FA9-CAA1-1F46-A1A6-CB263E5E4407}" srcOrd="6" destOrd="0" presId="urn:microsoft.com/office/officeart/2008/layout/LinedList"/>
  </dgm:cxnLst>
  <dgm:bg/>
  <dgm:whole>
    <a:ln>
      <a:solidFill>
        <a:schemeClr val="accent1">
          <a:tint val="50000"/>
          <a:hueOff val="0"/>
          <a:satOff val="0"/>
          <a:lumOff val="0"/>
        </a:schemeClr>
      </a:solidFill>
    </a:ln>
  </dgm:whole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CCB6C0B-0D21-EE4F-837A-5690D9B7D0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0EC1E730-FC7F-E54C-B008-A182432840A9}">
      <dgm:prSet custT="1"/>
      <dgm:spPr/>
      <dgm:t>
        <a:bodyPr/>
        <a:lstStyle/>
        <a:p>
          <a:r>
            <a:rPr lang="en-GB" sz="2400" b="1" dirty="0">
              <a:latin typeface="Calibri" panose="020F0502020204030204" pitchFamily="34" charset="0"/>
              <a:cs typeface="Calibri" panose="020F0502020204030204" pitchFamily="34" charset="0"/>
            </a:rPr>
            <a:t>Methodology: Ensuring Analytical Rigor</a:t>
          </a:r>
        </a:p>
      </dgm:t>
    </dgm:pt>
    <dgm:pt modelId="{128CE1D0-C177-7D42-8119-3DD7D40DAB8D}" type="parTrans" cxnId="{6CDB5A07-F176-9C48-915D-BD3DE7001BB9}">
      <dgm:prSet/>
      <dgm:spPr/>
      <dgm:t>
        <a:bodyPr/>
        <a:lstStyle/>
        <a:p>
          <a:endParaRPr lang="en-GB"/>
        </a:p>
      </dgm:t>
    </dgm:pt>
    <dgm:pt modelId="{4AB96AEA-CE5D-6043-BF22-C763565161A6}" type="sibTrans" cxnId="{6CDB5A07-F176-9C48-915D-BD3DE7001BB9}">
      <dgm:prSet/>
      <dgm:spPr/>
      <dgm:t>
        <a:bodyPr/>
        <a:lstStyle/>
        <a:p>
          <a:endParaRPr lang="en-GB"/>
        </a:p>
      </dgm:t>
    </dgm:pt>
    <dgm:pt modelId="{74721A32-CF01-0C40-B44B-C74A49BE531A}" type="pres">
      <dgm:prSet presAssocID="{9CCB6C0B-0D21-EE4F-837A-5690D9B7D05F}" presName="linear" presStyleCnt="0">
        <dgm:presLayoutVars>
          <dgm:animLvl val="lvl"/>
          <dgm:resizeHandles val="exact"/>
        </dgm:presLayoutVars>
      </dgm:prSet>
      <dgm:spPr/>
    </dgm:pt>
    <dgm:pt modelId="{3DBB9FF3-CE2D-8E4A-A574-3E73EBD93192}" type="pres">
      <dgm:prSet presAssocID="{0EC1E730-FC7F-E54C-B008-A182432840A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CDB5A07-F176-9C48-915D-BD3DE7001BB9}" srcId="{9CCB6C0B-0D21-EE4F-837A-5690D9B7D05F}" destId="{0EC1E730-FC7F-E54C-B008-A182432840A9}" srcOrd="0" destOrd="0" parTransId="{128CE1D0-C177-7D42-8119-3DD7D40DAB8D}" sibTransId="{4AB96AEA-CE5D-6043-BF22-C763565161A6}"/>
    <dgm:cxn modelId="{D4E2B68F-70CC-8644-BF4F-771185C01EF4}" type="presOf" srcId="{0EC1E730-FC7F-E54C-B008-A182432840A9}" destId="{3DBB9FF3-CE2D-8E4A-A574-3E73EBD93192}" srcOrd="0" destOrd="0" presId="urn:microsoft.com/office/officeart/2005/8/layout/vList2"/>
    <dgm:cxn modelId="{46425093-A626-8346-A0D9-14C7D38090FE}" type="presOf" srcId="{9CCB6C0B-0D21-EE4F-837A-5690D9B7D05F}" destId="{74721A32-CF01-0C40-B44B-C74A49BE531A}" srcOrd="0" destOrd="0" presId="urn:microsoft.com/office/officeart/2005/8/layout/vList2"/>
    <dgm:cxn modelId="{F6E1B27C-53CB-6048-9CE5-F4D53248FFBD}" type="presParOf" srcId="{74721A32-CF01-0C40-B44B-C74A49BE531A}" destId="{3DBB9FF3-CE2D-8E4A-A574-3E73EBD93192}" srcOrd="0" destOrd="0" presId="urn:microsoft.com/office/officeart/2005/8/layout/vList2"/>
  </dgm:cxnLst>
  <dgm:bg>
    <a:solidFill>
      <a:schemeClr val="accent1">
        <a:hueOff val="0"/>
        <a:satOff val="0"/>
        <a:lumOff val="0"/>
      </a:schemeClr>
    </a:solidFill>
  </dgm:bg>
  <dgm:whole>
    <a:ln w="31750">
      <a:solidFill>
        <a:srgbClr val="002060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25F697A-5964-1E43-A69C-D187039ED416}" type="doc">
      <dgm:prSet loTypeId="urn:microsoft.com/office/officeart/2008/layout/LinedList" loCatId="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7AA546F-F334-3840-8896-E8B060CE675D}">
      <dgm:prSet phldrT="[Text]" custT="1"/>
      <dgm:spPr/>
      <dgm:t>
        <a:bodyPr vert="vert270" anchor="ctr"/>
        <a:lstStyle/>
        <a:p>
          <a:pPr algn="ctr"/>
          <a:r>
            <a:rPr lang="en-GB" sz="2000" b="1" dirty="0">
              <a:latin typeface="Calibri" panose="020F0502020204030204" pitchFamily="34" charset="0"/>
              <a:cs typeface="Calibri" panose="020F0502020204030204" pitchFamily="34" charset="0"/>
            </a:rPr>
            <a:t>Data Sources</a:t>
          </a:r>
        </a:p>
      </dgm:t>
    </dgm:pt>
    <dgm:pt modelId="{4FC4435C-CFBA-3440-BCA0-ABD9CB5C9E9C}" type="parTrans" cxnId="{9D956D67-5EC7-6A4A-A187-0D02819C2988}">
      <dgm:prSet/>
      <dgm:spPr/>
      <dgm:t>
        <a:bodyPr/>
        <a:lstStyle/>
        <a:p>
          <a:pPr algn="ctr"/>
          <a:endParaRPr lang="en-GB"/>
        </a:p>
      </dgm:t>
    </dgm:pt>
    <dgm:pt modelId="{CD920960-258F-DB42-92C4-A9E11108DD45}" type="sibTrans" cxnId="{9D956D67-5EC7-6A4A-A187-0D02819C2988}">
      <dgm:prSet/>
      <dgm:spPr/>
      <dgm:t>
        <a:bodyPr/>
        <a:lstStyle/>
        <a:p>
          <a:pPr algn="ctr"/>
          <a:endParaRPr lang="en-GB"/>
        </a:p>
      </dgm:t>
    </dgm:pt>
    <dgm:pt modelId="{BEB670F4-3BE9-8F40-BDD3-692D04FA68F2}">
      <dgm:prSet phldrT="[Text]" custT="1"/>
      <dgm:spPr>
        <a:solidFill>
          <a:schemeClr val="accent1">
            <a:lumMod val="60000"/>
            <a:lumOff val="40000"/>
          </a:schemeClr>
        </a:solidFill>
        <a:ln w="12700">
          <a:solidFill>
            <a:srgbClr val="002060"/>
          </a:solidFill>
        </a:ln>
      </dgm:spPr>
      <dgm:t>
        <a:bodyPr anchor="ctr"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Primary Source:</a:t>
          </a:r>
        </a:p>
      </dgm:t>
    </dgm:pt>
    <dgm:pt modelId="{ACEC9D56-17C1-C547-BECC-2060BFD441C7}" type="parTrans" cxnId="{D10A4C08-F79B-DA44-BEA0-BE2D9F9A9F59}">
      <dgm:prSet/>
      <dgm:spPr/>
      <dgm:t>
        <a:bodyPr/>
        <a:lstStyle/>
        <a:p>
          <a:pPr algn="ctr"/>
          <a:endParaRPr lang="en-GB"/>
        </a:p>
      </dgm:t>
    </dgm:pt>
    <dgm:pt modelId="{95DFF551-B0FC-5D49-8D40-E3E43FF9638B}" type="sibTrans" cxnId="{D10A4C08-F79B-DA44-BEA0-BE2D9F9A9F59}">
      <dgm:prSet/>
      <dgm:spPr/>
      <dgm:t>
        <a:bodyPr/>
        <a:lstStyle/>
        <a:p>
          <a:pPr algn="ctr"/>
          <a:endParaRPr lang="en-GB"/>
        </a:p>
      </dgm:t>
    </dgm:pt>
    <dgm:pt modelId="{279F2514-3F87-A547-84C0-992AAB4BDCA9}">
      <dgm:prSet phldrT="[Text]" custT="1"/>
      <dgm:spPr>
        <a:solidFill>
          <a:schemeClr val="accent1">
            <a:lumMod val="20000"/>
            <a:lumOff val="80000"/>
          </a:schemeClr>
        </a:solidFill>
        <a:ln w="12700">
          <a:solidFill>
            <a:srgbClr val="002060"/>
          </a:solidFill>
        </a:ln>
      </dgm:spPr>
      <dgm:t>
        <a:bodyPr anchor="ctr"/>
        <a:lstStyle/>
        <a:p>
          <a:pPr algn="ctr"/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Specific Extraction:</a:t>
          </a:r>
        </a:p>
      </dgm:t>
    </dgm:pt>
    <dgm:pt modelId="{5E2DD905-A43F-674F-9E6C-67E37F2A2265}" type="parTrans" cxnId="{2789FB62-FAEE-2045-9911-58DDAFA15CA9}">
      <dgm:prSet/>
      <dgm:spPr/>
      <dgm:t>
        <a:bodyPr/>
        <a:lstStyle/>
        <a:p>
          <a:pPr algn="ctr"/>
          <a:endParaRPr lang="en-GB"/>
        </a:p>
      </dgm:t>
    </dgm:pt>
    <dgm:pt modelId="{2E59AA3C-13FF-4E49-AFCD-1D97D9405729}" type="sibTrans" cxnId="{2789FB62-FAEE-2045-9911-58DDAFA15CA9}">
      <dgm:prSet/>
      <dgm:spPr/>
      <dgm:t>
        <a:bodyPr/>
        <a:lstStyle/>
        <a:p>
          <a:pPr algn="ctr"/>
          <a:endParaRPr lang="en-GB"/>
        </a:p>
      </dgm:t>
    </dgm:pt>
    <dgm:pt modelId="{9B21CF2D-BB49-C444-9F8B-0885094F2085}">
      <dgm:prSet phldrT="[Text]" custT="1"/>
      <dgm:spPr/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SAP SE Q3 2025 Quarterly Statement</a:t>
          </a:r>
        </a:p>
      </dgm:t>
    </dgm:pt>
    <dgm:pt modelId="{78B07210-E537-3649-B8A5-6F1A3220B8DD}" type="parTrans" cxnId="{571DFA39-5AC3-F64D-B1B7-87DB2EACE36F}">
      <dgm:prSet/>
      <dgm:spPr/>
      <dgm:t>
        <a:bodyPr/>
        <a:lstStyle/>
        <a:p>
          <a:pPr algn="ctr"/>
          <a:endParaRPr lang="en-GB"/>
        </a:p>
      </dgm:t>
    </dgm:pt>
    <dgm:pt modelId="{62F6E43D-0926-6349-A7FF-9533A3E166CB}" type="sibTrans" cxnId="{571DFA39-5AC3-F64D-B1B7-87DB2EACE36F}">
      <dgm:prSet/>
      <dgm:spPr/>
      <dgm:t>
        <a:bodyPr/>
        <a:lstStyle/>
        <a:p>
          <a:pPr algn="ctr"/>
          <a:endParaRPr lang="en-GB"/>
        </a:p>
      </dgm:t>
    </dgm:pt>
    <dgm:pt modelId="{EEAC8EAE-90D9-DD47-A516-A34E1A3A15A4}">
      <dgm:prSet phldrT="[Text]" custT="1"/>
      <dgm:spPr/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Published: October 22, 2025</a:t>
          </a:r>
        </a:p>
      </dgm:t>
    </dgm:pt>
    <dgm:pt modelId="{C3EFBB98-079B-1C43-90EC-8B92E218C77D}" type="parTrans" cxnId="{17AFA220-3138-5E44-88ED-227BEA87C692}">
      <dgm:prSet/>
      <dgm:spPr/>
      <dgm:t>
        <a:bodyPr/>
        <a:lstStyle/>
        <a:p>
          <a:pPr algn="ctr"/>
          <a:endParaRPr lang="en-GB"/>
        </a:p>
      </dgm:t>
    </dgm:pt>
    <dgm:pt modelId="{71B49A41-90AD-BA41-8E16-AC53B8B55F1F}" type="sibTrans" cxnId="{17AFA220-3138-5E44-88ED-227BEA87C692}">
      <dgm:prSet/>
      <dgm:spPr/>
      <dgm:t>
        <a:bodyPr/>
        <a:lstStyle/>
        <a:p>
          <a:pPr algn="ctr"/>
          <a:endParaRPr lang="en-GB"/>
        </a:p>
      </dgm:t>
    </dgm:pt>
    <dgm:pt modelId="{7819919B-DB4D-2F46-A54A-7EE4A71FFF96}">
      <dgm:prSet phldrT="[Text]" custT="1"/>
      <dgm:spPr/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26 pages, official SEC filing</a:t>
          </a:r>
        </a:p>
      </dgm:t>
    </dgm:pt>
    <dgm:pt modelId="{7CABFC93-37C3-334A-A2B8-6EFCF7A22727}" type="parTrans" cxnId="{68A0071B-EEDB-1E4F-B57A-89737C98DAE9}">
      <dgm:prSet/>
      <dgm:spPr/>
      <dgm:t>
        <a:bodyPr/>
        <a:lstStyle/>
        <a:p>
          <a:pPr algn="ctr"/>
          <a:endParaRPr lang="en-GB"/>
        </a:p>
      </dgm:t>
    </dgm:pt>
    <dgm:pt modelId="{41CFB0C5-B2E6-CB4B-8788-1F24EF064995}" type="sibTrans" cxnId="{68A0071B-EEDB-1E4F-B57A-89737C98DAE9}">
      <dgm:prSet/>
      <dgm:spPr/>
      <dgm:t>
        <a:bodyPr/>
        <a:lstStyle/>
        <a:p>
          <a:pPr algn="ctr"/>
          <a:endParaRPr lang="en-GB"/>
        </a:p>
      </dgm:t>
    </dgm:pt>
    <dgm:pt modelId="{BDD0F22B-9FC6-2544-AFA2-1E3F31C0B7C6}">
      <dgm:prSet phldrT="[Text]" custT="1"/>
      <dgm:spPr/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Audited financial data</a:t>
          </a:r>
        </a:p>
      </dgm:t>
    </dgm:pt>
    <dgm:pt modelId="{ACAC771A-F17C-6C40-96A4-A440A6208CDC}" type="parTrans" cxnId="{F74F31DA-1544-854D-97FC-CCAD97950518}">
      <dgm:prSet/>
      <dgm:spPr/>
      <dgm:t>
        <a:bodyPr/>
        <a:lstStyle/>
        <a:p>
          <a:pPr algn="ctr"/>
          <a:endParaRPr lang="en-GB"/>
        </a:p>
      </dgm:t>
    </dgm:pt>
    <dgm:pt modelId="{EB405335-79D0-9A42-8C48-E46B84C7F8BA}" type="sibTrans" cxnId="{F74F31DA-1544-854D-97FC-CCAD97950518}">
      <dgm:prSet/>
      <dgm:spPr/>
      <dgm:t>
        <a:bodyPr/>
        <a:lstStyle/>
        <a:p>
          <a:pPr algn="ctr"/>
          <a:endParaRPr lang="en-GB"/>
        </a:p>
      </dgm:t>
    </dgm:pt>
    <dgm:pt modelId="{6BA720C5-A29A-C248-A3CD-23AE0841DF87}">
      <dgm:prSet phldrT="[Text]" custT="1"/>
      <dgm:spPr/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Pages 8-9: Financial Key Facts (7 quarters)</a:t>
          </a:r>
        </a:p>
      </dgm:t>
    </dgm:pt>
    <dgm:pt modelId="{EBC9BFBC-43F2-F041-BA41-28A47973A922}" type="parTrans" cxnId="{2869E650-80E3-D844-8451-736C07250816}">
      <dgm:prSet/>
      <dgm:spPr/>
      <dgm:t>
        <a:bodyPr/>
        <a:lstStyle/>
        <a:p>
          <a:pPr algn="ctr"/>
          <a:endParaRPr lang="en-GB"/>
        </a:p>
      </dgm:t>
    </dgm:pt>
    <dgm:pt modelId="{8CD78100-77A9-9E4C-AE3F-5962E63161CD}" type="sibTrans" cxnId="{2869E650-80E3-D844-8451-736C07250816}">
      <dgm:prSet/>
      <dgm:spPr/>
      <dgm:t>
        <a:bodyPr/>
        <a:lstStyle/>
        <a:p>
          <a:pPr algn="ctr"/>
          <a:endParaRPr lang="en-GB"/>
        </a:p>
      </dgm:t>
    </dgm:pt>
    <dgm:pt modelId="{D5F2F0C5-C44A-6A44-BD39-2CC9CA8C02CB}">
      <dgm:prSet phldrT="[Text]" custT="1"/>
      <dgm:spPr/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Pages 23-24: Revenue by Region</a:t>
          </a:r>
        </a:p>
      </dgm:t>
    </dgm:pt>
    <dgm:pt modelId="{1BE4D1A8-C076-2C47-AE73-28C1E7F3A71F}" type="parTrans" cxnId="{D07718A6-D476-2249-A03C-BFE205D004D5}">
      <dgm:prSet/>
      <dgm:spPr/>
      <dgm:t>
        <a:bodyPr/>
        <a:lstStyle/>
        <a:p>
          <a:pPr algn="ctr"/>
          <a:endParaRPr lang="en-GB"/>
        </a:p>
      </dgm:t>
    </dgm:pt>
    <dgm:pt modelId="{ACCCAD68-FC74-E84E-969E-7408691D7B21}" type="sibTrans" cxnId="{D07718A6-D476-2249-A03C-BFE205D004D5}">
      <dgm:prSet/>
      <dgm:spPr/>
      <dgm:t>
        <a:bodyPr/>
        <a:lstStyle/>
        <a:p>
          <a:pPr algn="ctr"/>
          <a:endParaRPr lang="en-GB"/>
        </a:p>
      </dgm:t>
    </dgm:pt>
    <dgm:pt modelId="{E36F22B6-95F6-344C-B217-FF076D431AAA}">
      <dgm:prSet phldrT="[Text]" custT="1"/>
      <dgm:spPr/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Page 2: Executive summary metrics</a:t>
          </a:r>
        </a:p>
      </dgm:t>
    </dgm:pt>
    <dgm:pt modelId="{81FB0455-6C64-A647-B3FD-F8157E84F878}" type="parTrans" cxnId="{0F4E1A1A-4443-114C-9538-FF32FC0C4C8F}">
      <dgm:prSet/>
      <dgm:spPr/>
      <dgm:t>
        <a:bodyPr/>
        <a:lstStyle/>
        <a:p>
          <a:pPr algn="ctr"/>
          <a:endParaRPr lang="en-GB"/>
        </a:p>
      </dgm:t>
    </dgm:pt>
    <dgm:pt modelId="{57B57B12-323A-5A4C-AC34-55531984CD51}" type="sibTrans" cxnId="{0F4E1A1A-4443-114C-9538-FF32FC0C4C8F}">
      <dgm:prSet/>
      <dgm:spPr/>
      <dgm:t>
        <a:bodyPr/>
        <a:lstStyle/>
        <a:p>
          <a:pPr algn="ctr"/>
          <a:endParaRPr lang="en-GB"/>
        </a:p>
      </dgm:t>
    </dgm:pt>
    <dgm:pt modelId="{4277DAD7-7639-DC45-B8B8-7ECAE20D4898}">
      <dgm:prSet phldrT="[Text]" custT="1"/>
      <dgm:spPr/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Page 5: 2025 guidance</a:t>
          </a:r>
        </a:p>
      </dgm:t>
    </dgm:pt>
    <dgm:pt modelId="{23B6755C-990C-AF4A-80A0-A3442544CE01}" type="parTrans" cxnId="{8D7DD5DC-0709-0549-8308-F27CB1F2916A}">
      <dgm:prSet/>
      <dgm:spPr/>
      <dgm:t>
        <a:bodyPr/>
        <a:lstStyle/>
        <a:p>
          <a:pPr algn="ctr"/>
          <a:endParaRPr lang="en-GB"/>
        </a:p>
      </dgm:t>
    </dgm:pt>
    <dgm:pt modelId="{97F17F28-F1C1-A641-B385-688B4BCA583E}" type="sibTrans" cxnId="{8D7DD5DC-0709-0549-8308-F27CB1F2916A}">
      <dgm:prSet/>
      <dgm:spPr/>
      <dgm:t>
        <a:bodyPr/>
        <a:lstStyle/>
        <a:p>
          <a:pPr algn="ctr"/>
          <a:endParaRPr lang="en-GB"/>
        </a:p>
      </dgm:t>
    </dgm:pt>
    <dgm:pt modelId="{5BAE3A7E-E4B5-3548-B6E5-B517FDAEDA6B}" type="pres">
      <dgm:prSet presAssocID="{625F697A-5964-1E43-A69C-D187039ED416}" presName="vert0" presStyleCnt="0">
        <dgm:presLayoutVars>
          <dgm:dir/>
          <dgm:animOne val="branch"/>
          <dgm:animLvl val="lvl"/>
        </dgm:presLayoutVars>
      </dgm:prSet>
      <dgm:spPr/>
    </dgm:pt>
    <dgm:pt modelId="{75E81153-86B9-2B41-A115-1CEA758A167D}" type="pres">
      <dgm:prSet presAssocID="{D7AA546F-F334-3840-8896-E8B060CE675D}" presName="thickLine" presStyleLbl="alignNode1" presStyleIdx="0" presStyleCnt="1"/>
      <dgm:spPr/>
    </dgm:pt>
    <dgm:pt modelId="{8422ED73-A644-A24C-9F74-3D536BEBF909}" type="pres">
      <dgm:prSet presAssocID="{D7AA546F-F334-3840-8896-E8B060CE675D}" presName="horz1" presStyleCnt="0"/>
      <dgm:spPr/>
    </dgm:pt>
    <dgm:pt modelId="{FA37C295-4194-CB41-BE9D-851DB71859CD}" type="pres">
      <dgm:prSet presAssocID="{D7AA546F-F334-3840-8896-E8B060CE675D}" presName="tx1" presStyleLbl="revTx" presStyleIdx="0" presStyleCnt="11"/>
      <dgm:spPr/>
    </dgm:pt>
    <dgm:pt modelId="{9F147B39-F042-5443-9738-01E130C083FC}" type="pres">
      <dgm:prSet presAssocID="{D7AA546F-F334-3840-8896-E8B060CE675D}" presName="vert1" presStyleCnt="0"/>
      <dgm:spPr/>
    </dgm:pt>
    <dgm:pt modelId="{07D79955-4DEF-6F4A-A7C9-A05C6B0012F9}" type="pres">
      <dgm:prSet presAssocID="{BEB670F4-3BE9-8F40-BDD3-692D04FA68F2}" presName="vertSpace2a" presStyleCnt="0"/>
      <dgm:spPr/>
    </dgm:pt>
    <dgm:pt modelId="{CAEE24C4-7C73-D64B-8C5D-4EF2CBB8C4C4}" type="pres">
      <dgm:prSet presAssocID="{BEB670F4-3BE9-8F40-BDD3-692D04FA68F2}" presName="horz2" presStyleCnt="0"/>
      <dgm:spPr/>
    </dgm:pt>
    <dgm:pt modelId="{C40EDF79-D0B4-044B-A5B3-ACA77C40A989}" type="pres">
      <dgm:prSet presAssocID="{BEB670F4-3BE9-8F40-BDD3-692D04FA68F2}" presName="horzSpace2" presStyleCnt="0"/>
      <dgm:spPr/>
    </dgm:pt>
    <dgm:pt modelId="{0548C879-9438-A443-B3F4-897952D64C9E}" type="pres">
      <dgm:prSet presAssocID="{BEB670F4-3BE9-8F40-BDD3-692D04FA68F2}" presName="tx2" presStyleLbl="revTx" presStyleIdx="1" presStyleCnt="11"/>
      <dgm:spPr/>
    </dgm:pt>
    <dgm:pt modelId="{EFD4F671-852C-F64E-B3C4-DF5611E672B6}" type="pres">
      <dgm:prSet presAssocID="{BEB670F4-3BE9-8F40-BDD3-692D04FA68F2}" presName="vert2" presStyleCnt="0"/>
      <dgm:spPr/>
    </dgm:pt>
    <dgm:pt modelId="{46EF8CBB-16BF-6A44-94A7-83B5CB15F47E}" type="pres">
      <dgm:prSet presAssocID="{9B21CF2D-BB49-C444-9F8B-0885094F2085}" presName="horz3" presStyleCnt="0"/>
      <dgm:spPr/>
    </dgm:pt>
    <dgm:pt modelId="{CF4D2020-701E-DB4F-B996-E9E3BA499358}" type="pres">
      <dgm:prSet presAssocID="{9B21CF2D-BB49-C444-9F8B-0885094F2085}" presName="horzSpace3" presStyleCnt="0"/>
      <dgm:spPr/>
    </dgm:pt>
    <dgm:pt modelId="{D46D3285-5DBC-A641-B830-4DE0442F1D4F}" type="pres">
      <dgm:prSet presAssocID="{9B21CF2D-BB49-C444-9F8B-0885094F2085}" presName="tx3" presStyleLbl="revTx" presStyleIdx="2" presStyleCnt="11"/>
      <dgm:spPr/>
    </dgm:pt>
    <dgm:pt modelId="{6413EF2A-0D5D-C14A-B9A4-949007686B8A}" type="pres">
      <dgm:prSet presAssocID="{9B21CF2D-BB49-C444-9F8B-0885094F2085}" presName="vert3" presStyleCnt="0"/>
      <dgm:spPr/>
    </dgm:pt>
    <dgm:pt modelId="{85BC63CC-ED98-954E-A5D2-D8AA97050263}" type="pres">
      <dgm:prSet presAssocID="{62F6E43D-0926-6349-A7FF-9533A3E166CB}" presName="thinLine3" presStyleLbl="callout" presStyleIdx="0" presStyleCnt="8"/>
      <dgm:spPr/>
    </dgm:pt>
    <dgm:pt modelId="{BEDFCE77-699C-D94A-9EA5-BCC3ADF5949A}" type="pres">
      <dgm:prSet presAssocID="{EEAC8EAE-90D9-DD47-A516-A34E1A3A15A4}" presName="horz3" presStyleCnt="0"/>
      <dgm:spPr/>
    </dgm:pt>
    <dgm:pt modelId="{CB61EA5D-5092-3646-A666-411BF43F6850}" type="pres">
      <dgm:prSet presAssocID="{EEAC8EAE-90D9-DD47-A516-A34E1A3A15A4}" presName="horzSpace3" presStyleCnt="0"/>
      <dgm:spPr/>
    </dgm:pt>
    <dgm:pt modelId="{D73C64F6-689B-CC40-B757-29496A29C5F5}" type="pres">
      <dgm:prSet presAssocID="{EEAC8EAE-90D9-DD47-A516-A34E1A3A15A4}" presName="tx3" presStyleLbl="revTx" presStyleIdx="3" presStyleCnt="11"/>
      <dgm:spPr/>
    </dgm:pt>
    <dgm:pt modelId="{01DF9B09-45C5-1F4F-A585-14E5B575F74C}" type="pres">
      <dgm:prSet presAssocID="{EEAC8EAE-90D9-DD47-A516-A34E1A3A15A4}" presName="vert3" presStyleCnt="0"/>
      <dgm:spPr/>
    </dgm:pt>
    <dgm:pt modelId="{15ED13EC-93C1-F24D-B7DF-040F19472A00}" type="pres">
      <dgm:prSet presAssocID="{71B49A41-90AD-BA41-8E16-AC53B8B55F1F}" presName="thinLine3" presStyleLbl="callout" presStyleIdx="1" presStyleCnt="8"/>
      <dgm:spPr/>
    </dgm:pt>
    <dgm:pt modelId="{8A6B3CA4-5A89-204F-9110-66C268355BDA}" type="pres">
      <dgm:prSet presAssocID="{7819919B-DB4D-2F46-A54A-7EE4A71FFF96}" presName="horz3" presStyleCnt="0"/>
      <dgm:spPr/>
    </dgm:pt>
    <dgm:pt modelId="{78BA872D-B8FD-3F4D-976F-88F93D9F5E61}" type="pres">
      <dgm:prSet presAssocID="{7819919B-DB4D-2F46-A54A-7EE4A71FFF96}" presName="horzSpace3" presStyleCnt="0"/>
      <dgm:spPr/>
    </dgm:pt>
    <dgm:pt modelId="{CCE2777E-7FBB-974B-8A94-2F50C4FEB873}" type="pres">
      <dgm:prSet presAssocID="{7819919B-DB4D-2F46-A54A-7EE4A71FFF96}" presName="tx3" presStyleLbl="revTx" presStyleIdx="4" presStyleCnt="11"/>
      <dgm:spPr/>
    </dgm:pt>
    <dgm:pt modelId="{70961EB4-7555-8241-A4E4-4EF8E447FF0F}" type="pres">
      <dgm:prSet presAssocID="{7819919B-DB4D-2F46-A54A-7EE4A71FFF96}" presName="vert3" presStyleCnt="0"/>
      <dgm:spPr/>
    </dgm:pt>
    <dgm:pt modelId="{943DA712-D3BF-2944-AB68-B7825AE54F1F}" type="pres">
      <dgm:prSet presAssocID="{41CFB0C5-B2E6-CB4B-8788-1F24EF064995}" presName="thinLine3" presStyleLbl="callout" presStyleIdx="2" presStyleCnt="8"/>
      <dgm:spPr/>
    </dgm:pt>
    <dgm:pt modelId="{2C38E8F3-9974-EB46-8CE5-F09CF63BD4EC}" type="pres">
      <dgm:prSet presAssocID="{BDD0F22B-9FC6-2544-AFA2-1E3F31C0B7C6}" presName="horz3" presStyleCnt="0"/>
      <dgm:spPr/>
    </dgm:pt>
    <dgm:pt modelId="{9FCE0D1C-2DEA-114F-8611-033D6CBED792}" type="pres">
      <dgm:prSet presAssocID="{BDD0F22B-9FC6-2544-AFA2-1E3F31C0B7C6}" presName="horzSpace3" presStyleCnt="0"/>
      <dgm:spPr/>
    </dgm:pt>
    <dgm:pt modelId="{697A80CC-55D4-5C4C-8D53-910E257F4C86}" type="pres">
      <dgm:prSet presAssocID="{BDD0F22B-9FC6-2544-AFA2-1E3F31C0B7C6}" presName="tx3" presStyleLbl="revTx" presStyleIdx="5" presStyleCnt="11"/>
      <dgm:spPr/>
    </dgm:pt>
    <dgm:pt modelId="{22374207-12C2-6C4E-A678-A3E1BD21C96C}" type="pres">
      <dgm:prSet presAssocID="{BDD0F22B-9FC6-2544-AFA2-1E3F31C0B7C6}" presName="vert3" presStyleCnt="0"/>
      <dgm:spPr/>
    </dgm:pt>
    <dgm:pt modelId="{F042CBBC-EE0E-2444-9C21-9D0BDADA81AE}" type="pres">
      <dgm:prSet presAssocID="{BEB670F4-3BE9-8F40-BDD3-692D04FA68F2}" presName="thinLine2b" presStyleLbl="callout" presStyleIdx="3" presStyleCnt="8"/>
      <dgm:spPr/>
    </dgm:pt>
    <dgm:pt modelId="{0DA1A6DE-AAF2-EA44-BC16-26C5404FAAAF}" type="pres">
      <dgm:prSet presAssocID="{BEB670F4-3BE9-8F40-BDD3-692D04FA68F2}" presName="vertSpace2b" presStyleCnt="0"/>
      <dgm:spPr/>
    </dgm:pt>
    <dgm:pt modelId="{15F73AC0-BE8D-BC40-BE6E-A99559DB12A5}" type="pres">
      <dgm:prSet presAssocID="{279F2514-3F87-A547-84C0-992AAB4BDCA9}" presName="horz2" presStyleCnt="0"/>
      <dgm:spPr/>
    </dgm:pt>
    <dgm:pt modelId="{CFDF8421-0F55-5944-9AA1-C61AA25E45A0}" type="pres">
      <dgm:prSet presAssocID="{279F2514-3F87-A547-84C0-992AAB4BDCA9}" presName="horzSpace2" presStyleCnt="0"/>
      <dgm:spPr/>
    </dgm:pt>
    <dgm:pt modelId="{D85ACBA9-855B-E64B-B01B-4D22E7858A12}" type="pres">
      <dgm:prSet presAssocID="{279F2514-3F87-A547-84C0-992AAB4BDCA9}" presName="tx2" presStyleLbl="revTx" presStyleIdx="6" presStyleCnt="11"/>
      <dgm:spPr/>
    </dgm:pt>
    <dgm:pt modelId="{CE4B934F-3427-BE41-BBB0-02B565B466BE}" type="pres">
      <dgm:prSet presAssocID="{279F2514-3F87-A547-84C0-992AAB4BDCA9}" presName="vert2" presStyleCnt="0"/>
      <dgm:spPr/>
    </dgm:pt>
    <dgm:pt modelId="{9C55898C-0E68-CB43-87DA-0299CDA31F88}" type="pres">
      <dgm:prSet presAssocID="{6BA720C5-A29A-C248-A3CD-23AE0841DF87}" presName="horz3" presStyleCnt="0"/>
      <dgm:spPr/>
    </dgm:pt>
    <dgm:pt modelId="{82B3D983-1DD8-964A-8AC2-048DC8EF7A44}" type="pres">
      <dgm:prSet presAssocID="{6BA720C5-A29A-C248-A3CD-23AE0841DF87}" presName="horzSpace3" presStyleCnt="0"/>
      <dgm:spPr/>
    </dgm:pt>
    <dgm:pt modelId="{D30AD384-FC09-C24A-8F63-6E889BBFF10D}" type="pres">
      <dgm:prSet presAssocID="{6BA720C5-A29A-C248-A3CD-23AE0841DF87}" presName="tx3" presStyleLbl="revTx" presStyleIdx="7" presStyleCnt="11"/>
      <dgm:spPr/>
    </dgm:pt>
    <dgm:pt modelId="{1F13F472-155D-7E47-8731-8EB97D743832}" type="pres">
      <dgm:prSet presAssocID="{6BA720C5-A29A-C248-A3CD-23AE0841DF87}" presName="vert3" presStyleCnt="0"/>
      <dgm:spPr/>
    </dgm:pt>
    <dgm:pt modelId="{719D78CE-3827-B24D-840A-931597BC69EA}" type="pres">
      <dgm:prSet presAssocID="{8CD78100-77A9-9E4C-AE3F-5962E63161CD}" presName="thinLine3" presStyleLbl="callout" presStyleIdx="4" presStyleCnt="8"/>
      <dgm:spPr/>
    </dgm:pt>
    <dgm:pt modelId="{2F265FDF-FD7D-7F49-824A-699D923AB3A2}" type="pres">
      <dgm:prSet presAssocID="{D5F2F0C5-C44A-6A44-BD39-2CC9CA8C02CB}" presName="horz3" presStyleCnt="0"/>
      <dgm:spPr/>
    </dgm:pt>
    <dgm:pt modelId="{7FC448A3-3515-9E4D-A498-314CB862F618}" type="pres">
      <dgm:prSet presAssocID="{D5F2F0C5-C44A-6A44-BD39-2CC9CA8C02CB}" presName="horzSpace3" presStyleCnt="0"/>
      <dgm:spPr/>
    </dgm:pt>
    <dgm:pt modelId="{DE6DA613-943F-074D-8426-D9B991A7BD21}" type="pres">
      <dgm:prSet presAssocID="{D5F2F0C5-C44A-6A44-BD39-2CC9CA8C02CB}" presName="tx3" presStyleLbl="revTx" presStyleIdx="8" presStyleCnt="11"/>
      <dgm:spPr/>
    </dgm:pt>
    <dgm:pt modelId="{84FB2950-CFBC-4442-A57A-557A8F79EE17}" type="pres">
      <dgm:prSet presAssocID="{D5F2F0C5-C44A-6A44-BD39-2CC9CA8C02CB}" presName="vert3" presStyleCnt="0"/>
      <dgm:spPr/>
    </dgm:pt>
    <dgm:pt modelId="{5A08F61C-C04A-F64F-8DD2-CD8381C741F8}" type="pres">
      <dgm:prSet presAssocID="{ACCCAD68-FC74-E84E-969E-7408691D7B21}" presName="thinLine3" presStyleLbl="callout" presStyleIdx="5" presStyleCnt="8"/>
      <dgm:spPr/>
    </dgm:pt>
    <dgm:pt modelId="{7511C5D2-DA94-F34A-89B4-423AFC18ACD4}" type="pres">
      <dgm:prSet presAssocID="{E36F22B6-95F6-344C-B217-FF076D431AAA}" presName="horz3" presStyleCnt="0"/>
      <dgm:spPr/>
    </dgm:pt>
    <dgm:pt modelId="{BED451C7-5F85-BC4B-9390-696560FC078B}" type="pres">
      <dgm:prSet presAssocID="{E36F22B6-95F6-344C-B217-FF076D431AAA}" presName="horzSpace3" presStyleCnt="0"/>
      <dgm:spPr/>
    </dgm:pt>
    <dgm:pt modelId="{389BB3C1-6022-AB44-9DEC-431E5129CE6A}" type="pres">
      <dgm:prSet presAssocID="{E36F22B6-95F6-344C-B217-FF076D431AAA}" presName="tx3" presStyleLbl="revTx" presStyleIdx="9" presStyleCnt="11"/>
      <dgm:spPr/>
    </dgm:pt>
    <dgm:pt modelId="{517228D3-B4B3-8D41-B2DA-ACEE02BA8162}" type="pres">
      <dgm:prSet presAssocID="{E36F22B6-95F6-344C-B217-FF076D431AAA}" presName="vert3" presStyleCnt="0"/>
      <dgm:spPr/>
    </dgm:pt>
    <dgm:pt modelId="{879FCE61-B1ED-C049-AEEF-3636912DC78D}" type="pres">
      <dgm:prSet presAssocID="{57B57B12-323A-5A4C-AC34-55531984CD51}" presName="thinLine3" presStyleLbl="callout" presStyleIdx="6" presStyleCnt="8"/>
      <dgm:spPr/>
    </dgm:pt>
    <dgm:pt modelId="{69862226-39BC-6A46-9F6E-22AE6F1865D9}" type="pres">
      <dgm:prSet presAssocID="{4277DAD7-7639-DC45-B8B8-7ECAE20D4898}" presName="horz3" presStyleCnt="0"/>
      <dgm:spPr/>
    </dgm:pt>
    <dgm:pt modelId="{9EE695DB-6093-8942-96BD-3F110480F0D8}" type="pres">
      <dgm:prSet presAssocID="{4277DAD7-7639-DC45-B8B8-7ECAE20D4898}" presName="horzSpace3" presStyleCnt="0"/>
      <dgm:spPr/>
    </dgm:pt>
    <dgm:pt modelId="{5773B30B-4455-6142-A8EC-F90E2B0DCCD7}" type="pres">
      <dgm:prSet presAssocID="{4277DAD7-7639-DC45-B8B8-7ECAE20D4898}" presName="tx3" presStyleLbl="revTx" presStyleIdx="10" presStyleCnt="11"/>
      <dgm:spPr/>
    </dgm:pt>
    <dgm:pt modelId="{00334F87-CB1A-7D4D-B9E5-AE0054758A07}" type="pres">
      <dgm:prSet presAssocID="{4277DAD7-7639-DC45-B8B8-7ECAE20D4898}" presName="vert3" presStyleCnt="0"/>
      <dgm:spPr/>
    </dgm:pt>
    <dgm:pt modelId="{D47ADE1F-9F81-AC4C-B9BF-6474B158F042}" type="pres">
      <dgm:prSet presAssocID="{279F2514-3F87-A547-84C0-992AAB4BDCA9}" presName="thinLine2b" presStyleLbl="callout" presStyleIdx="7" presStyleCnt="8"/>
      <dgm:spPr/>
    </dgm:pt>
    <dgm:pt modelId="{B4ECB469-15D9-9A4C-8F26-BFB239906C2F}" type="pres">
      <dgm:prSet presAssocID="{279F2514-3F87-A547-84C0-992AAB4BDCA9}" presName="vertSpace2b" presStyleCnt="0"/>
      <dgm:spPr/>
    </dgm:pt>
  </dgm:ptLst>
  <dgm:cxnLst>
    <dgm:cxn modelId="{4D261600-95C2-924E-86C2-51A5E91E537B}" type="presOf" srcId="{279F2514-3F87-A547-84C0-992AAB4BDCA9}" destId="{D85ACBA9-855B-E64B-B01B-4D22E7858A12}" srcOrd="0" destOrd="0" presId="urn:microsoft.com/office/officeart/2008/layout/LinedList"/>
    <dgm:cxn modelId="{D10A4C08-F79B-DA44-BEA0-BE2D9F9A9F59}" srcId="{D7AA546F-F334-3840-8896-E8B060CE675D}" destId="{BEB670F4-3BE9-8F40-BDD3-692D04FA68F2}" srcOrd="0" destOrd="0" parTransId="{ACEC9D56-17C1-C547-BECC-2060BFD441C7}" sibTransId="{95DFF551-B0FC-5D49-8D40-E3E43FF9638B}"/>
    <dgm:cxn modelId="{38DD100E-AEBE-F94D-A40E-5DA583149471}" type="presOf" srcId="{4277DAD7-7639-DC45-B8B8-7ECAE20D4898}" destId="{5773B30B-4455-6142-A8EC-F90E2B0DCCD7}" srcOrd="0" destOrd="0" presId="urn:microsoft.com/office/officeart/2008/layout/LinedList"/>
    <dgm:cxn modelId="{0F4E1A1A-4443-114C-9538-FF32FC0C4C8F}" srcId="{279F2514-3F87-A547-84C0-992AAB4BDCA9}" destId="{E36F22B6-95F6-344C-B217-FF076D431AAA}" srcOrd="2" destOrd="0" parTransId="{81FB0455-6C64-A647-B3FD-F8157E84F878}" sibTransId="{57B57B12-323A-5A4C-AC34-55531984CD51}"/>
    <dgm:cxn modelId="{68A0071B-EEDB-1E4F-B57A-89737C98DAE9}" srcId="{BEB670F4-3BE9-8F40-BDD3-692D04FA68F2}" destId="{7819919B-DB4D-2F46-A54A-7EE4A71FFF96}" srcOrd="2" destOrd="0" parTransId="{7CABFC93-37C3-334A-A2B8-6EFCF7A22727}" sibTransId="{41CFB0C5-B2E6-CB4B-8788-1F24EF064995}"/>
    <dgm:cxn modelId="{17AFA220-3138-5E44-88ED-227BEA87C692}" srcId="{BEB670F4-3BE9-8F40-BDD3-692D04FA68F2}" destId="{EEAC8EAE-90D9-DD47-A516-A34E1A3A15A4}" srcOrd="1" destOrd="0" parTransId="{C3EFBB98-079B-1C43-90EC-8B92E218C77D}" sibTransId="{71B49A41-90AD-BA41-8E16-AC53B8B55F1F}"/>
    <dgm:cxn modelId="{02263522-7BDE-DA40-9B4A-A1A07B2A1407}" type="presOf" srcId="{D7AA546F-F334-3840-8896-E8B060CE675D}" destId="{FA37C295-4194-CB41-BE9D-851DB71859CD}" srcOrd="0" destOrd="0" presId="urn:microsoft.com/office/officeart/2008/layout/LinedList"/>
    <dgm:cxn modelId="{02FE1023-897A-8B4A-9921-5FE990D09FCC}" type="presOf" srcId="{D5F2F0C5-C44A-6A44-BD39-2CC9CA8C02CB}" destId="{DE6DA613-943F-074D-8426-D9B991A7BD21}" srcOrd="0" destOrd="0" presId="urn:microsoft.com/office/officeart/2008/layout/LinedList"/>
    <dgm:cxn modelId="{571DFA39-5AC3-F64D-B1B7-87DB2EACE36F}" srcId="{BEB670F4-3BE9-8F40-BDD3-692D04FA68F2}" destId="{9B21CF2D-BB49-C444-9F8B-0885094F2085}" srcOrd="0" destOrd="0" parTransId="{78B07210-E537-3649-B8A5-6F1A3220B8DD}" sibTransId="{62F6E43D-0926-6349-A7FF-9533A3E166CB}"/>
    <dgm:cxn modelId="{5F334F50-27F4-604C-8DD8-8738797AF425}" type="presOf" srcId="{9B21CF2D-BB49-C444-9F8B-0885094F2085}" destId="{D46D3285-5DBC-A641-B830-4DE0442F1D4F}" srcOrd="0" destOrd="0" presId="urn:microsoft.com/office/officeart/2008/layout/LinedList"/>
    <dgm:cxn modelId="{2869E650-80E3-D844-8451-736C07250816}" srcId="{279F2514-3F87-A547-84C0-992AAB4BDCA9}" destId="{6BA720C5-A29A-C248-A3CD-23AE0841DF87}" srcOrd="0" destOrd="0" parTransId="{EBC9BFBC-43F2-F041-BA41-28A47973A922}" sibTransId="{8CD78100-77A9-9E4C-AE3F-5962E63161CD}"/>
    <dgm:cxn modelId="{2789FB62-FAEE-2045-9911-58DDAFA15CA9}" srcId="{D7AA546F-F334-3840-8896-E8B060CE675D}" destId="{279F2514-3F87-A547-84C0-992AAB4BDCA9}" srcOrd="1" destOrd="0" parTransId="{5E2DD905-A43F-674F-9E6C-67E37F2A2265}" sibTransId="{2E59AA3C-13FF-4E49-AFCD-1D97D9405729}"/>
    <dgm:cxn modelId="{9D956D67-5EC7-6A4A-A187-0D02819C2988}" srcId="{625F697A-5964-1E43-A69C-D187039ED416}" destId="{D7AA546F-F334-3840-8896-E8B060CE675D}" srcOrd="0" destOrd="0" parTransId="{4FC4435C-CFBA-3440-BCA0-ABD9CB5C9E9C}" sibTransId="{CD920960-258F-DB42-92C4-A9E11108DD45}"/>
    <dgm:cxn modelId="{20BFF390-D6E7-EB42-B5E4-F79A227713B0}" type="presOf" srcId="{6BA720C5-A29A-C248-A3CD-23AE0841DF87}" destId="{D30AD384-FC09-C24A-8F63-6E889BBFF10D}" srcOrd="0" destOrd="0" presId="urn:microsoft.com/office/officeart/2008/layout/LinedList"/>
    <dgm:cxn modelId="{49F0A891-5F8A-2445-B090-AFE83E8CAC93}" type="presOf" srcId="{BDD0F22B-9FC6-2544-AFA2-1E3F31C0B7C6}" destId="{697A80CC-55D4-5C4C-8D53-910E257F4C86}" srcOrd="0" destOrd="0" presId="urn:microsoft.com/office/officeart/2008/layout/LinedList"/>
    <dgm:cxn modelId="{F7A0B295-CCE3-EF4F-9FF0-196C0A9D3452}" type="presOf" srcId="{BEB670F4-3BE9-8F40-BDD3-692D04FA68F2}" destId="{0548C879-9438-A443-B3F4-897952D64C9E}" srcOrd="0" destOrd="0" presId="urn:microsoft.com/office/officeart/2008/layout/LinedList"/>
    <dgm:cxn modelId="{79492197-5D5A-EA41-9C86-EC0C9F3F5036}" type="presOf" srcId="{EEAC8EAE-90D9-DD47-A516-A34E1A3A15A4}" destId="{D73C64F6-689B-CC40-B757-29496A29C5F5}" srcOrd="0" destOrd="0" presId="urn:microsoft.com/office/officeart/2008/layout/LinedList"/>
    <dgm:cxn modelId="{8B2D9597-29A7-D34D-898E-C7D853A72071}" type="presOf" srcId="{625F697A-5964-1E43-A69C-D187039ED416}" destId="{5BAE3A7E-E4B5-3548-B6E5-B517FDAEDA6B}" srcOrd="0" destOrd="0" presId="urn:microsoft.com/office/officeart/2008/layout/LinedList"/>
    <dgm:cxn modelId="{D07718A6-D476-2249-A03C-BFE205D004D5}" srcId="{279F2514-3F87-A547-84C0-992AAB4BDCA9}" destId="{D5F2F0C5-C44A-6A44-BD39-2CC9CA8C02CB}" srcOrd="1" destOrd="0" parTransId="{1BE4D1A8-C076-2C47-AE73-28C1E7F3A71F}" sibTransId="{ACCCAD68-FC74-E84E-969E-7408691D7B21}"/>
    <dgm:cxn modelId="{F74F31DA-1544-854D-97FC-CCAD97950518}" srcId="{BEB670F4-3BE9-8F40-BDD3-692D04FA68F2}" destId="{BDD0F22B-9FC6-2544-AFA2-1E3F31C0B7C6}" srcOrd="3" destOrd="0" parTransId="{ACAC771A-F17C-6C40-96A4-A440A6208CDC}" sibTransId="{EB405335-79D0-9A42-8C48-E46B84C7F8BA}"/>
    <dgm:cxn modelId="{8D7DD5DC-0709-0549-8308-F27CB1F2916A}" srcId="{279F2514-3F87-A547-84C0-992AAB4BDCA9}" destId="{4277DAD7-7639-DC45-B8B8-7ECAE20D4898}" srcOrd="3" destOrd="0" parTransId="{23B6755C-990C-AF4A-80A0-A3442544CE01}" sibTransId="{97F17F28-F1C1-A641-B385-688B4BCA583E}"/>
    <dgm:cxn modelId="{A4D03AE5-FB91-554A-8D55-EB967FD6AA79}" type="presOf" srcId="{7819919B-DB4D-2F46-A54A-7EE4A71FFF96}" destId="{CCE2777E-7FBB-974B-8A94-2F50C4FEB873}" srcOrd="0" destOrd="0" presId="urn:microsoft.com/office/officeart/2008/layout/LinedList"/>
    <dgm:cxn modelId="{668E89EF-D1BA-BD47-BC0F-74EBAB20ABC9}" type="presOf" srcId="{E36F22B6-95F6-344C-B217-FF076D431AAA}" destId="{389BB3C1-6022-AB44-9DEC-431E5129CE6A}" srcOrd="0" destOrd="0" presId="urn:microsoft.com/office/officeart/2008/layout/LinedList"/>
    <dgm:cxn modelId="{D60DA1EE-29D4-7944-B325-E12230D5DAAF}" type="presParOf" srcId="{5BAE3A7E-E4B5-3548-B6E5-B517FDAEDA6B}" destId="{75E81153-86B9-2B41-A115-1CEA758A167D}" srcOrd="0" destOrd="0" presId="urn:microsoft.com/office/officeart/2008/layout/LinedList"/>
    <dgm:cxn modelId="{8415B861-3D9E-BB43-9397-B4A5A16615EF}" type="presParOf" srcId="{5BAE3A7E-E4B5-3548-B6E5-B517FDAEDA6B}" destId="{8422ED73-A644-A24C-9F74-3D536BEBF909}" srcOrd="1" destOrd="0" presId="urn:microsoft.com/office/officeart/2008/layout/LinedList"/>
    <dgm:cxn modelId="{69FC99FE-F620-584B-B511-74D6A74DEAE2}" type="presParOf" srcId="{8422ED73-A644-A24C-9F74-3D536BEBF909}" destId="{FA37C295-4194-CB41-BE9D-851DB71859CD}" srcOrd="0" destOrd="0" presId="urn:microsoft.com/office/officeart/2008/layout/LinedList"/>
    <dgm:cxn modelId="{B482C064-DECB-8843-8E97-20772C2794B7}" type="presParOf" srcId="{8422ED73-A644-A24C-9F74-3D536BEBF909}" destId="{9F147B39-F042-5443-9738-01E130C083FC}" srcOrd="1" destOrd="0" presId="urn:microsoft.com/office/officeart/2008/layout/LinedList"/>
    <dgm:cxn modelId="{71186F8D-3970-454C-95FD-80FA7F2D923E}" type="presParOf" srcId="{9F147B39-F042-5443-9738-01E130C083FC}" destId="{07D79955-4DEF-6F4A-A7C9-A05C6B0012F9}" srcOrd="0" destOrd="0" presId="urn:microsoft.com/office/officeart/2008/layout/LinedList"/>
    <dgm:cxn modelId="{0353EBA9-6405-BC4D-BCB8-375C15E03CB2}" type="presParOf" srcId="{9F147B39-F042-5443-9738-01E130C083FC}" destId="{CAEE24C4-7C73-D64B-8C5D-4EF2CBB8C4C4}" srcOrd="1" destOrd="0" presId="urn:microsoft.com/office/officeart/2008/layout/LinedList"/>
    <dgm:cxn modelId="{8531B607-9C5A-9142-8017-A2D93227A386}" type="presParOf" srcId="{CAEE24C4-7C73-D64B-8C5D-4EF2CBB8C4C4}" destId="{C40EDF79-D0B4-044B-A5B3-ACA77C40A989}" srcOrd="0" destOrd="0" presId="urn:microsoft.com/office/officeart/2008/layout/LinedList"/>
    <dgm:cxn modelId="{5CD42844-0D4B-E446-9A8F-65BC9E1F2320}" type="presParOf" srcId="{CAEE24C4-7C73-D64B-8C5D-4EF2CBB8C4C4}" destId="{0548C879-9438-A443-B3F4-897952D64C9E}" srcOrd="1" destOrd="0" presId="urn:microsoft.com/office/officeart/2008/layout/LinedList"/>
    <dgm:cxn modelId="{8679C4ED-7EFA-AF46-B945-5A3921BF0F55}" type="presParOf" srcId="{CAEE24C4-7C73-D64B-8C5D-4EF2CBB8C4C4}" destId="{EFD4F671-852C-F64E-B3C4-DF5611E672B6}" srcOrd="2" destOrd="0" presId="urn:microsoft.com/office/officeart/2008/layout/LinedList"/>
    <dgm:cxn modelId="{E44FEBAE-E581-E443-989D-5BB9281A7D80}" type="presParOf" srcId="{EFD4F671-852C-F64E-B3C4-DF5611E672B6}" destId="{46EF8CBB-16BF-6A44-94A7-83B5CB15F47E}" srcOrd="0" destOrd="0" presId="urn:microsoft.com/office/officeart/2008/layout/LinedList"/>
    <dgm:cxn modelId="{EC113520-673E-E54A-8D30-C5CCF8299B18}" type="presParOf" srcId="{46EF8CBB-16BF-6A44-94A7-83B5CB15F47E}" destId="{CF4D2020-701E-DB4F-B996-E9E3BA499358}" srcOrd="0" destOrd="0" presId="urn:microsoft.com/office/officeart/2008/layout/LinedList"/>
    <dgm:cxn modelId="{E735C650-59FF-4B48-A040-03CBC3823A4B}" type="presParOf" srcId="{46EF8CBB-16BF-6A44-94A7-83B5CB15F47E}" destId="{D46D3285-5DBC-A641-B830-4DE0442F1D4F}" srcOrd="1" destOrd="0" presId="urn:microsoft.com/office/officeart/2008/layout/LinedList"/>
    <dgm:cxn modelId="{82C10337-6DEA-914C-B6F7-D9D230F875BB}" type="presParOf" srcId="{46EF8CBB-16BF-6A44-94A7-83B5CB15F47E}" destId="{6413EF2A-0D5D-C14A-B9A4-949007686B8A}" srcOrd="2" destOrd="0" presId="urn:microsoft.com/office/officeart/2008/layout/LinedList"/>
    <dgm:cxn modelId="{C60F08C1-D249-9348-8FF7-F771AAE79CFE}" type="presParOf" srcId="{EFD4F671-852C-F64E-B3C4-DF5611E672B6}" destId="{85BC63CC-ED98-954E-A5D2-D8AA97050263}" srcOrd="1" destOrd="0" presId="urn:microsoft.com/office/officeart/2008/layout/LinedList"/>
    <dgm:cxn modelId="{46C212B9-AEA0-334F-A8F7-2C8BAB64E5F4}" type="presParOf" srcId="{EFD4F671-852C-F64E-B3C4-DF5611E672B6}" destId="{BEDFCE77-699C-D94A-9EA5-BCC3ADF5949A}" srcOrd="2" destOrd="0" presId="urn:microsoft.com/office/officeart/2008/layout/LinedList"/>
    <dgm:cxn modelId="{44FC8711-E37F-8342-B5F7-58BA849D1E8D}" type="presParOf" srcId="{BEDFCE77-699C-D94A-9EA5-BCC3ADF5949A}" destId="{CB61EA5D-5092-3646-A666-411BF43F6850}" srcOrd="0" destOrd="0" presId="urn:microsoft.com/office/officeart/2008/layout/LinedList"/>
    <dgm:cxn modelId="{0E933B89-8119-314C-96BE-A1250B4584AA}" type="presParOf" srcId="{BEDFCE77-699C-D94A-9EA5-BCC3ADF5949A}" destId="{D73C64F6-689B-CC40-B757-29496A29C5F5}" srcOrd="1" destOrd="0" presId="urn:microsoft.com/office/officeart/2008/layout/LinedList"/>
    <dgm:cxn modelId="{E00CAA98-3CE5-9A44-AE50-326D96819365}" type="presParOf" srcId="{BEDFCE77-699C-D94A-9EA5-BCC3ADF5949A}" destId="{01DF9B09-45C5-1F4F-A585-14E5B575F74C}" srcOrd="2" destOrd="0" presId="urn:microsoft.com/office/officeart/2008/layout/LinedList"/>
    <dgm:cxn modelId="{1A61D47C-D3BE-7E45-AB07-8E19FD25BC54}" type="presParOf" srcId="{EFD4F671-852C-F64E-B3C4-DF5611E672B6}" destId="{15ED13EC-93C1-F24D-B7DF-040F19472A00}" srcOrd="3" destOrd="0" presId="urn:microsoft.com/office/officeart/2008/layout/LinedList"/>
    <dgm:cxn modelId="{FBA53126-BD6F-4745-8DD6-C8C8DFDE8C81}" type="presParOf" srcId="{EFD4F671-852C-F64E-B3C4-DF5611E672B6}" destId="{8A6B3CA4-5A89-204F-9110-66C268355BDA}" srcOrd="4" destOrd="0" presId="urn:microsoft.com/office/officeart/2008/layout/LinedList"/>
    <dgm:cxn modelId="{F188E797-24AF-5144-A1A6-5B61A68C4932}" type="presParOf" srcId="{8A6B3CA4-5A89-204F-9110-66C268355BDA}" destId="{78BA872D-B8FD-3F4D-976F-88F93D9F5E61}" srcOrd="0" destOrd="0" presId="urn:microsoft.com/office/officeart/2008/layout/LinedList"/>
    <dgm:cxn modelId="{F042003C-7A27-7C4F-A316-FB3441A39A2D}" type="presParOf" srcId="{8A6B3CA4-5A89-204F-9110-66C268355BDA}" destId="{CCE2777E-7FBB-974B-8A94-2F50C4FEB873}" srcOrd="1" destOrd="0" presId="urn:microsoft.com/office/officeart/2008/layout/LinedList"/>
    <dgm:cxn modelId="{E6A97383-894D-0B42-8494-5EAB3FED6CB6}" type="presParOf" srcId="{8A6B3CA4-5A89-204F-9110-66C268355BDA}" destId="{70961EB4-7555-8241-A4E4-4EF8E447FF0F}" srcOrd="2" destOrd="0" presId="urn:microsoft.com/office/officeart/2008/layout/LinedList"/>
    <dgm:cxn modelId="{113B1461-9953-C844-8B05-80ED6AFF3BED}" type="presParOf" srcId="{EFD4F671-852C-F64E-B3C4-DF5611E672B6}" destId="{943DA712-D3BF-2944-AB68-B7825AE54F1F}" srcOrd="5" destOrd="0" presId="urn:microsoft.com/office/officeart/2008/layout/LinedList"/>
    <dgm:cxn modelId="{7E5F6663-2221-B340-97A4-E54070A386F6}" type="presParOf" srcId="{EFD4F671-852C-F64E-B3C4-DF5611E672B6}" destId="{2C38E8F3-9974-EB46-8CE5-F09CF63BD4EC}" srcOrd="6" destOrd="0" presId="urn:microsoft.com/office/officeart/2008/layout/LinedList"/>
    <dgm:cxn modelId="{378ECBD6-0B4C-4E4F-9B20-EA32BCF6B5CB}" type="presParOf" srcId="{2C38E8F3-9974-EB46-8CE5-F09CF63BD4EC}" destId="{9FCE0D1C-2DEA-114F-8611-033D6CBED792}" srcOrd="0" destOrd="0" presId="urn:microsoft.com/office/officeart/2008/layout/LinedList"/>
    <dgm:cxn modelId="{D5BBCDF5-EBA1-DB48-86FE-6D6D34F5AE86}" type="presParOf" srcId="{2C38E8F3-9974-EB46-8CE5-F09CF63BD4EC}" destId="{697A80CC-55D4-5C4C-8D53-910E257F4C86}" srcOrd="1" destOrd="0" presId="urn:microsoft.com/office/officeart/2008/layout/LinedList"/>
    <dgm:cxn modelId="{157087C7-CEAB-B24B-8F06-D4A9FD5D76AA}" type="presParOf" srcId="{2C38E8F3-9974-EB46-8CE5-F09CF63BD4EC}" destId="{22374207-12C2-6C4E-A678-A3E1BD21C96C}" srcOrd="2" destOrd="0" presId="urn:microsoft.com/office/officeart/2008/layout/LinedList"/>
    <dgm:cxn modelId="{0385A642-E49A-1945-857F-7BF4F4A9D8C6}" type="presParOf" srcId="{9F147B39-F042-5443-9738-01E130C083FC}" destId="{F042CBBC-EE0E-2444-9C21-9D0BDADA81AE}" srcOrd="2" destOrd="0" presId="urn:microsoft.com/office/officeart/2008/layout/LinedList"/>
    <dgm:cxn modelId="{5540AFE7-2F24-504B-9D51-5482BA733B70}" type="presParOf" srcId="{9F147B39-F042-5443-9738-01E130C083FC}" destId="{0DA1A6DE-AAF2-EA44-BC16-26C5404FAAAF}" srcOrd="3" destOrd="0" presId="urn:microsoft.com/office/officeart/2008/layout/LinedList"/>
    <dgm:cxn modelId="{3F6B4828-5929-4A4D-8552-9620A1EAC0E5}" type="presParOf" srcId="{9F147B39-F042-5443-9738-01E130C083FC}" destId="{15F73AC0-BE8D-BC40-BE6E-A99559DB12A5}" srcOrd="4" destOrd="0" presId="urn:microsoft.com/office/officeart/2008/layout/LinedList"/>
    <dgm:cxn modelId="{62A4C7BF-CB90-5046-9BFB-DEA59EB0FBB1}" type="presParOf" srcId="{15F73AC0-BE8D-BC40-BE6E-A99559DB12A5}" destId="{CFDF8421-0F55-5944-9AA1-C61AA25E45A0}" srcOrd="0" destOrd="0" presId="urn:microsoft.com/office/officeart/2008/layout/LinedList"/>
    <dgm:cxn modelId="{9E0DD79A-7443-2240-A96F-D826A7B86AEC}" type="presParOf" srcId="{15F73AC0-BE8D-BC40-BE6E-A99559DB12A5}" destId="{D85ACBA9-855B-E64B-B01B-4D22E7858A12}" srcOrd="1" destOrd="0" presId="urn:microsoft.com/office/officeart/2008/layout/LinedList"/>
    <dgm:cxn modelId="{CF76FE5F-AF0E-8B45-A0E0-128B26FA7D31}" type="presParOf" srcId="{15F73AC0-BE8D-BC40-BE6E-A99559DB12A5}" destId="{CE4B934F-3427-BE41-BBB0-02B565B466BE}" srcOrd="2" destOrd="0" presId="urn:microsoft.com/office/officeart/2008/layout/LinedList"/>
    <dgm:cxn modelId="{BC9310D0-20B2-6044-BD7F-B4A4EAF8E22A}" type="presParOf" srcId="{CE4B934F-3427-BE41-BBB0-02B565B466BE}" destId="{9C55898C-0E68-CB43-87DA-0299CDA31F88}" srcOrd="0" destOrd="0" presId="urn:microsoft.com/office/officeart/2008/layout/LinedList"/>
    <dgm:cxn modelId="{31599C1F-3C23-0D4B-ABD8-ED881F2C6C48}" type="presParOf" srcId="{9C55898C-0E68-CB43-87DA-0299CDA31F88}" destId="{82B3D983-1DD8-964A-8AC2-048DC8EF7A44}" srcOrd="0" destOrd="0" presId="urn:microsoft.com/office/officeart/2008/layout/LinedList"/>
    <dgm:cxn modelId="{AD45654C-0F43-0349-BC47-EC8BC80207EA}" type="presParOf" srcId="{9C55898C-0E68-CB43-87DA-0299CDA31F88}" destId="{D30AD384-FC09-C24A-8F63-6E889BBFF10D}" srcOrd="1" destOrd="0" presId="urn:microsoft.com/office/officeart/2008/layout/LinedList"/>
    <dgm:cxn modelId="{8BE2432E-F956-CD48-90CA-8F2F3B9D1554}" type="presParOf" srcId="{9C55898C-0E68-CB43-87DA-0299CDA31F88}" destId="{1F13F472-155D-7E47-8731-8EB97D743832}" srcOrd="2" destOrd="0" presId="urn:microsoft.com/office/officeart/2008/layout/LinedList"/>
    <dgm:cxn modelId="{AC325E9A-AEA5-A142-BEE5-8051A2DED505}" type="presParOf" srcId="{CE4B934F-3427-BE41-BBB0-02B565B466BE}" destId="{719D78CE-3827-B24D-840A-931597BC69EA}" srcOrd="1" destOrd="0" presId="urn:microsoft.com/office/officeart/2008/layout/LinedList"/>
    <dgm:cxn modelId="{14AEF8A7-1231-D54A-A798-95C31144C5B2}" type="presParOf" srcId="{CE4B934F-3427-BE41-BBB0-02B565B466BE}" destId="{2F265FDF-FD7D-7F49-824A-699D923AB3A2}" srcOrd="2" destOrd="0" presId="urn:microsoft.com/office/officeart/2008/layout/LinedList"/>
    <dgm:cxn modelId="{C6D584BB-5FE0-614D-B2DC-3F293C14FCE4}" type="presParOf" srcId="{2F265FDF-FD7D-7F49-824A-699D923AB3A2}" destId="{7FC448A3-3515-9E4D-A498-314CB862F618}" srcOrd="0" destOrd="0" presId="urn:microsoft.com/office/officeart/2008/layout/LinedList"/>
    <dgm:cxn modelId="{620AAC36-C448-E746-ABE7-4CCB1E743A1E}" type="presParOf" srcId="{2F265FDF-FD7D-7F49-824A-699D923AB3A2}" destId="{DE6DA613-943F-074D-8426-D9B991A7BD21}" srcOrd="1" destOrd="0" presId="urn:microsoft.com/office/officeart/2008/layout/LinedList"/>
    <dgm:cxn modelId="{F2F63096-4562-9A4C-8159-DAE1148766E8}" type="presParOf" srcId="{2F265FDF-FD7D-7F49-824A-699D923AB3A2}" destId="{84FB2950-CFBC-4442-A57A-557A8F79EE17}" srcOrd="2" destOrd="0" presId="urn:microsoft.com/office/officeart/2008/layout/LinedList"/>
    <dgm:cxn modelId="{A44C2F9B-8B9C-6C47-81B9-F33B83A1B9B0}" type="presParOf" srcId="{CE4B934F-3427-BE41-BBB0-02B565B466BE}" destId="{5A08F61C-C04A-F64F-8DD2-CD8381C741F8}" srcOrd="3" destOrd="0" presId="urn:microsoft.com/office/officeart/2008/layout/LinedList"/>
    <dgm:cxn modelId="{17F19DC7-453F-D647-8F59-1F12F0299936}" type="presParOf" srcId="{CE4B934F-3427-BE41-BBB0-02B565B466BE}" destId="{7511C5D2-DA94-F34A-89B4-423AFC18ACD4}" srcOrd="4" destOrd="0" presId="urn:microsoft.com/office/officeart/2008/layout/LinedList"/>
    <dgm:cxn modelId="{C7C0211C-042E-3A40-BED9-03AB20BC1481}" type="presParOf" srcId="{7511C5D2-DA94-F34A-89B4-423AFC18ACD4}" destId="{BED451C7-5F85-BC4B-9390-696560FC078B}" srcOrd="0" destOrd="0" presId="urn:microsoft.com/office/officeart/2008/layout/LinedList"/>
    <dgm:cxn modelId="{772C7C31-F668-654C-BE34-FA3A72F1432F}" type="presParOf" srcId="{7511C5D2-DA94-F34A-89B4-423AFC18ACD4}" destId="{389BB3C1-6022-AB44-9DEC-431E5129CE6A}" srcOrd="1" destOrd="0" presId="urn:microsoft.com/office/officeart/2008/layout/LinedList"/>
    <dgm:cxn modelId="{A3D5C84D-FAB8-0A49-ADA5-A75CB0BCC444}" type="presParOf" srcId="{7511C5D2-DA94-F34A-89B4-423AFC18ACD4}" destId="{517228D3-B4B3-8D41-B2DA-ACEE02BA8162}" srcOrd="2" destOrd="0" presId="urn:microsoft.com/office/officeart/2008/layout/LinedList"/>
    <dgm:cxn modelId="{6633D1F9-3B7B-8F4E-8A6E-01E9286E6E9E}" type="presParOf" srcId="{CE4B934F-3427-BE41-BBB0-02B565B466BE}" destId="{879FCE61-B1ED-C049-AEEF-3636912DC78D}" srcOrd="5" destOrd="0" presId="urn:microsoft.com/office/officeart/2008/layout/LinedList"/>
    <dgm:cxn modelId="{8EB9ABAE-945F-D841-9C0B-8107B4D9C917}" type="presParOf" srcId="{CE4B934F-3427-BE41-BBB0-02B565B466BE}" destId="{69862226-39BC-6A46-9F6E-22AE6F1865D9}" srcOrd="6" destOrd="0" presId="urn:microsoft.com/office/officeart/2008/layout/LinedList"/>
    <dgm:cxn modelId="{70A540D3-E0DC-144D-ADF1-A219A81AF9D7}" type="presParOf" srcId="{69862226-39BC-6A46-9F6E-22AE6F1865D9}" destId="{9EE695DB-6093-8942-96BD-3F110480F0D8}" srcOrd="0" destOrd="0" presId="urn:microsoft.com/office/officeart/2008/layout/LinedList"/>
    <dgm:cxn modelId="{CEAAA645-ACBD-9848-8D03-4CAA4612EA38}" type="presParOf" srcId="{69862226-39BC-6A46-9F6E-22AE6F1865D9}" destId="{5773B30B-4455-6142-A8EC-F90E2B0DCCD7}" srcOrd="1" destOrd="0" presId="urn:microsoft.com/office/officeart/2008/layout/LinedList"/>
    <dgm:cxn modelId="{19C3D808-DD5F-3F47-A1AB-F9DB61BAB549}" type="presParOf" srcId="{69862226-39BC-6A46-9F6E-22AE6F1865D9}" destId="{00334F87-CB1A-7D4D-B9E5-AE0054758A07}" srcOrd="2" destOrd="0" presId="urn:microsoft.com/office/officeart/2008/layout/LinedList"/>
    <dgm:cxn modelId="{16D6A031-1DE8-5444-921B-B1E976E9A5DC}" type="presParOf" srcId="{9F147B39-F042-5443-9738-01E130C083FC}" destId="{D47ADE1F-9F81-AC4C-B9BF-6474B158F042}" srcOrd="5" destOrd="0" presId="urn:microsoft.com/office/officeart/2008/layout/LinedList"/>
    <dgm:cxn modelId="{10B5F0FB-717E-E14D-8B47-B47C5D782B40}" type="presParOf" srcId="{9F147B39-F042-5443-9738-01E130C083FC}" destId="{B4ECB469-15D9-9A4C-8F26-BFB239906C2F}" srcOrd="6" destOrd="0" presId="urn:microsoft.com/office/officeart/2008/layout/LinedList"/>
  </dgm:cxnLst>
  <dgm:bg>
    <a:solidFill>
      <a:schemeClr val="bg1"/>
    </a:solidFill>
    <a:effectLst>
      <a:glow rad="235087">
        <a:schemeClr val="accent1">
          <a:alpha val="40000"/>
        </a:schemeClr>
      </a:glow>
    </a:effectLst>
  </dgm:bg>
  <dgm:whole>
    <a:ln w="22225">
      <a:solidFill>
        <a:schemeClr val="tx2">
          <a:lumMod val="90000"/>
          <a:lumOff val="10000"/>
        </a:schemeClr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4341B971-7EF5-9240-BF85-BAF3B03ACFB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B2A68C6D-4EEA-C94E-9E75-2D8FD7A0FE89}">
      <dgm:prSet custT="1"/>
      <dgm:spPr>
        <a:solidFill>
          <a:schemeClr val="tx2">
            <a:lumMod val="75000"/>
            <a:lumOff val="25000"/>
          </a:schemeClr>
        </a:solidFill>
      </dgm:spPr>
      <dgm:t>
        <a:bodyPr anchor="ctr"/>
        <a:lstStyle/>
        <a:p>
          <a:r>
            <a:rPr lang="en-GB" sz="1400" b="1" dirty="0">
              <a:latin typeface="Calibri" panose="020F0502020204030204" pitchFamily="34" charset="0"/>
              <a:cs typeface="Calibri" panose="020F0502020204030204" pitchFamily="34" charset="0"/>
            </a:rPr>
            <a:t>Growth Rate Calculations</a:t>
          </a:r>
        </a:p>
      </dgm:t>
    </dgm:pt>
    <dgm:pt modelId="{D2EFE3C1-0C84-0344-A800-FFC021ED322D}" type="parTrans" cxnId="{F187B28F-B625-A246-BA09-A66D94BB9374}">
      <dgm:prSet/>
      <dgm:spPr/>
      <dgm:t>
        <a:bodyPr/>
        <a:lstStyle/>
        <a:p>
          <a:endParaRPr lang="en-GB"/>
        </a:p>
      </dgm:t>
    </dgm:pt>
    <dgm:pt modelId="{48D88E32-BDE0-4848-B3C1-3BA04F04B7FA}" type="sibTrans" cxnId="{F187B28F-B625-A246-BA09-A66D94BB9374}">
      <dgm:prSet/>
      <dgm:spPr/>
      <dgm:t>
        <a:bodyPr/>
        <a:lstStyle/>
        <a:p>
          <a:endParaRPr lang="en-GB"/>
        </a:p>
      </dgm:t>
    </dgm:pt>
    <dgm:pt modelId="{A1ACA95C-73BF-2E41-8143-71393563B8CF}">
      <dgm:prSet custT="1"/>
      <dgm:spPr>
        <a:solidFill>
          <a:schemeClr val="accent1">
            <a:lumMod val="20000"/>
            <a:lumOff val="80000"/>
            <a:alpha val="90000"/>
          </a:schemeClr>
        </a:solidFill>
        <a:effectLst>
          <a:glow rad="239491">
            <a:schemeClr val="accent1">
              <a:alpha val="40000"/>
            </a:schemeClr>
          </a:glow>
        </a:effectLst>
      </dgm:spPr>
      <dgm:t>
        <a:bodyPr anchor="ctr"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 Formula: (Current - Prior) / Prior</a:t>
          </a:r>
        </a:p>
      </dgm:t>
    </dgm:pt>
    <dgm:pt modelId="{9D0E0B99-35CD-904D-8543-E06DEE038929}" type="parTrans" cxnId="{E4AD9F24-297C-3C45-8223-AE112C39AF48}">
      <dgm:prSet/>
      <dgm:spPr/>
      <dgm:t>
        <a:bodyPr/>
        <a:lstStyle/>
        <a:p>
          <a:endParaRPr lang="en-GB"/>
        </a:p>
      </dgm:t>
    </dgm:pt>
    <dgm:pt modelId="{F8D29B66-1C8D-CB4A-8648-1B9783347E05}" type="sibTrans" cxnId="{E4AD9F24-297C-3C45-8223-AE112C39AF48}">
      <dgm:prSet/>
      <dgm:spPr/>
      <dgm:t>
        <a:bodyPr/>
        <a:lstStyle/>
        <a:p>
          <a:endParaRPr lang="en-GB"/>
        </a:p>
      </dgm:t>
    </dgm:pt>
    <dgm:pt modelId="{AB3C3AF9-5AD8-2747-9035-BFA4F5732DBD}">
      <dgm:prSet custT="1"/>
      <dgm:spPr>
        <a:solidFill>
          <a:schemeClr val="accent1">
            <a:lumMod val="20000"/>
            <a:lumOff val="80000"/>
            <a:alpha val="90000"/>
          </a:schemeClr>
        </a:solidFill>
        <a:effectLst>
          <a:glow rad="239491">
            <a:schemeClr val="accent1">
              <a:alpha val="40000"/>
            </a:schemeClr>
          </a:glow>
        </a:effectLst>
      </dgm:spPr>
      <dgm:t>
        <a:bodyPr anchor="ctr"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 Types: QoQ, YoY, CAGR</a:t>
          </a:r>
        </a:p>
      </dgm:t>
    </dgm:pt>
    <dgm:pt modelId="{0F56523C-645A-094F-9EAF-056C994176A1}" type="parTrans" cxnId="{2EE32798-DD17-D347-BCD2-B174E76C30DA}">
      <dgm:prSet/>
      <dgm:spPr/>
      <dgm:t>
        <a:bodyPr/>
        <a:lstStyle/>
        <a:p>
          <a:endParaRPr lang="en-GB"/>
        </a:p>
      </dgm:t>
    </dgm:pt>
    <dgm:pt modelId="{8E4D30D2-EE44-BC45-A5E4-1146A6A77E41}" type="sibTrans" cxnId="{2EE32798-DD17-D347-BCD2-B174E76C30DA}">
      <dgm:prSet/>
      <dgm:spPr/>
      <dgm:t>
        <a:bodyPr/>
        <a:lstStyle/>
        <a:p>
          <a:endParaRPr lang="en-GB"/>
        </a:p>
      </dgm:t>
    </dgm:pt>
    <dgm:pt modelId="{51202AC3-504D-1945-A0B4-9AA0D02D75AE}">
      <dgm:prSet custT="1"/>
      <dgm:spPr>
        <a:solidFill>
          <a:schemeClr val="accent1">
            <a:lumMod val="20000"/>
            <a:lumOff val="80000"/>
            <a:alpha val="90000"/>
          </a:schemeClr>
        </a:solidFill>
        <a:effectLst>
          <a:glow rad="239491">
            <a:schemeClr val="accent1">
              <a:alpha val="40000"/>
            </a:schemeClr>
          </a:glow>
        </a:effectLst>
      </dgm:spPr>
      <dgm:t>
        <a:bodyPr anchor="ctr"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 Citation: Ross, Westerfield &amp; Jaffe (2019) "Corporate Finance"</a:t>
          </a:r>
        </a:p>
      </dgm:t>
    </dgm:pt>
    <dgm:pt modelId="{644C3311-4219-AC4B-B447-CDE85259C689}" type="parTrans" cxnId="{ABA3C3B4-B7F9-144B-A66E-1694F225C01B}">
      <dgm:prSet/>
      <dgm:spPr/>
      <dgm:t>
        <a:bodyPr/>
        <a:lstStyle/>
        <a:p>
          <a:endParaRPr lang="en-GB"/>
        </a:p>
      </dgm:t>
    </dgm:pt>
    <dgm:pt modelId="{D707CB6E-D236-E44C-A1DA-C2903FF4CA10}" type="sibTrans" cxnId="{ABA3C3B4-B7F9-144B-A66E-1694F225C01B}">
      <dgm:prSet/>
      <dgm:spPr/>
      <dgm:t>
        <a:bodyPr/>
        <a:lstStyle/>
        <a:p>
          <a:endParaRPr lang="en-GB"/>
        </a:p>
      </dgm:t>
    </dgm:pt>
    <dgm:pt modelId="{9182888F-938B-0E44-801A-F5126B7B2031}" type="pres">
      <dgm:prSet presAssocID="{4341B971-7EF5-9240-BF85-BAF3B03ACFBD}" presName="Name0" presStyleCnt="0">
        <dgm:presLayoutVars>
          <dgm:dir/>
          <dgm:animLvl val="lvl"/>
          <dgm:resizeHandles val="exact"/>
        </dgm:presLayoutVars>
      </dgm:prSet>
      <dgm:spPr/>
    </dgm:pt>
    <dgm:pt modelId="{86D46C64-D85E-884B-946B-ECE13C238700}" type="pres">
      <dgm:prSet presAssocID="{B2A68C6D-4EEA-C94E-9E75-2D8FD7A0FE89}" presName="composite" presStyleCnt="0"/>
      <dgm:spPr/>
    </dgm:pt>
    <dgm:pt modelId="{1DF20D80-A737-CB4C-BEE2-1848A0AFDD7E}" type="pres">
      <dgm:prSet presAssocID="{B2A68C6D-4EEA-C94E-9E75-2D8FD7A0FE89}" presName="parTx" presStyleLbl="alignNode1" presStyleIdx="0" presStyleCnt="1" custScaleY="65027">
        <dgm:presLayoutVars>
          <dgm:chMax val="0"/>
          <dgm:chPref val="0"/>
          <dgm:bulletEnabled val="1"/>
        </dgm:presLayoutVars>
      </dgm:prSet>
      <dgm:spPr/>
    </dgm:pt>
    <dgm:pt modelId="{FE05DFCA-F76B-0C4D-9D3F-4548A8904710}" type="pres">
      <dgm:prSet presAssocID="{B2A68C6D-4EEA-C94E-9E75-2D8FD7A0FE89}" presName="desTx" presStyleLbl="alignAccFollowNode1" presStyleIdx="0" presStyleCnt="1" custLinFactY="200000" custLinFactNeighborY="298081">
        <dgm:presLayoutVars>
          <dgm:bulletEnabled val="1"/>
        </dgm:presLayoutVars>
      </dgm:prSet>
      <dgm:spPr/>
    </dgm:pt>
  </dgm:ptLst>
  <dgm:cxnLst>
    <dgm:cxn modelId="{4FE22517-6544-1746-B118-1E5848E64EFD}" type="presOf" srcId="{4341B971-7EF5-9240-BF85-BAF3B03ACFBD}" destId="{9182888F-938B-0E44-801A-F5126B7B2031}" srcOrd="0" destOrd="0" presId="urn:microsoft.com/office/officeart/2005/8/layout/hList1"/>
    <dgm:cxn modelId="{2FA37924-A69D-3E48-B806-708A4EE7042B}" type="presOf" srcId="{51202AC3-504D-1945-A0B4-9AA0D02D75AE}" destId="{FE05DFCA-F76B-0C4D-9D3F-4548A8904710}" srcOrd="0" destOrd="2" presId="urn:microsoft.com/office/officeart/2005/8/layout/hList1"/>
    <dgm:cxn modelId="{E4AD9F24-297C-3C45-8223-AE112C39AF48}" srcId="{B2A68C6D-4EEA-C94E-9E75-2D8FD7A0FE89}" destId="{A1ACA95C-73BF-2E41-8143-71393563B8CF}" srcOrd="0" destOrd="0" parTransId="{9D0E0B99-35CD-904D-8543-E06DEE038929}" sibTransId="{F8D29B66-1C8D-CB4A-8648-1B9783347E05}"/>
    <dgm:cxn modelId="{718AD25D-F360-CC4F-B848-C9E975FD28B6}" type="presOf" srcId="{B2A68C6D-4EEA-C94E-9E75-2D8FD7A0FE89}" destId="{1DF20D80-A737-CB4C-BEE2-1848A0AFDD7E}" srcOrd="0" destOrd="0" presId="urn:microsoft.com/office/officeart/2005/8/layout/hList1"/>
    <dgm:cxn modelId="{0859067C-1999-B140-BC20-06A7CF08BFBB}" type="presOf" srcId="{AB3C3AF9-5AD8-2747-9035-BFA4F5732DBD}" destId="{FE05DFCA-F76B-0C4D-9D3F-4548A8904710}" srcOrd="0" destOrd="1" presId="urn:microsoft.com/office/officeart/2005/8/layout/hList1"/>
    <dgm:cxn modelId="{F187B28F-B625-A246-BA09-A66D94BB9374}" srcId="{4341B971-7EF5-9240-BF85-BAF3B03ACFBD}" destId="{B2A68C6D-4EEA-C94E-9E75-2D8FD7A0FE89}" srcOrd="0" destOrd="0" parTransId="{D2EFE3C1-0C84-0344-A800-FFC021ED322D}" sibTransId="{48D88E32-BDE0-4848-B3C1-3BA04F04B7FA}"/>
    <dgm:cxn modelId="{6B75E392-905D-5644-B780-5DEC6CF64578}" type="presOf" srcId="{A1ACA95C-73BF-2E41-8143-71393563B8CF}" destId="{FE05DFCA-F76B-0C4D-9D3F-4548A8904710}" srcOrd="0" destOrd="0" presId="urn:microsoft.com/office/officeart/2005/8/layout/hList1"/>
    <dgm:cxn modelId="{2EE32798-DD17-D347-BCD2-B174E76C30DA}" srcId="{B2A68C6D-4EEA-C94E-9E75-2D8FD7A0FE89}" destId="{AB3C3AF9-5AD8-2747-9035-BFA4F5732DBD}" srcOrd="1" destOrd="0" parTransId="{0F56523C-645A-094F-9EAF-056C994176A1}" sibTransId="{8E4D30D2-EE44-BC45-A5E4-1146A6A77E41}"/>
    <dgm:cxn modelId="{ABA3C3B4-B7F9-144B-A66E-1694F225C01B}" srcId="{B2A68C6D-4EEA-C94E-9E75-2D8FD7A0FE89}" destId="{51202AC3-504D-1945-A0B4-9AA0D02D75AE}" srcOrd="2" destOrd="0" parTransId="{644C3311-4219-AC4B-B447-CDE85259C689}" sibTransId="{D707CB6E-D236-E44C-A1DA-C2903FF4CA10}"/>
    <dgm:cxn modelId="{0EBD2C05-485E-B54F-9C12-F403C3AC6990}" type="presParOf" srcId="{9182888F-938B-0E44-801A-F5126B7B2031}" destId="{86D46C64-D85E-884B-946B-ECE13C238700}" srcOrd="0" destOrd="0" presId="urn:microsoft.com/office/officeart/2005/8/layout/hList1"/>
    <dgm:cxn modelId="{217BCF2C-1536-F846-87E7-D9B31E50DB06}" type="presParOf" srcId="{86D46C64-D85E-884B-946B-ECE13C238700}" destId="{1DF20D80-A737-CB4C-BEE2-1848A0AFDD7E}" srcOrd="0" destOrd="0" presId="urn:microsoft.com/office/officeart/2005/8/layout/hList1"/>
    <dgm:cxn modelId="{EFDC51E2-EAEA-0644-A2FF-7413294185CB}" type="presParOf" srcId="{86D46C64-D85E-884B-946B-ECE13C238700}" destId="{FE05DFCA-F76B-0C4D-9D3F-4548A890471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30526B29-D9EC-0E4B-9000-9D9B6753738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7C646A3-FE88-754F-847B-24D699CE53F8}">
      <dgm:prSet custT="1"/>
      <dgm:spPr>
        <a:solidFill>
          <a:schemeClr val="accent1"/>
        </a:solidFill>
      </dgm:spPr>
      <dgm:t>
        <a:bodyPr/>
        <a:lstStyle/>
        <a:p>
          <a:r>
            <a:rPr lang="en-GB" sz="1400" b="1" dirty="0">
              <a:latin typeface="Calibri" panose="020F0502020204030204" pitchFamily="34" charset="0"/>
              <a:cs typeface="Calibri" panose="020F0502020204030204" pitchFamily="34" charset="0"/>
            </a:rPr>
            <a:t>Linear Regression Forecast</a:t>
          </a:r>
        </a:p>
      </dgm:t>
    </dgm:pt>
    <dgm:pt modelId="{38C6F68F-9434-4E40-8FA0-BA80B22153C3}" type="parTrans" cxnId="{E2692F38-F7CA-4543-9435-8CBE72AFD211}">
      <dgm:prSet/>
      <dgm:spPr/>
      <dgm:t>
        <a:bodyPr/>
        <a:lstStyle/>
        <a:p>
          <a:endParaRPr lang="en-GB"/>
        </a:p>
      </dgm:t>
    </dgm:pt>
    <dgm:pt modelId="{1B95F224-03EA-0B4E-BEF3-F04DA96FF6A0}" type="sibTrans" cxnId="{E2692F38-F7CA-4543-9435-8CBE72AFD211}">
      <dgm:prSet/>
      <dgm:spPr/>
      <dgm:t>
        <a:bodyPr/>
        <a:lstStyle/>
        <a:p>
          <a:endParaRPr lang="en-GB"/>
        </a:p>
      </dgm:t>
    </dgm:pt>
    <dgm:pt modelId="{E0503FAE-0680-714A-B538-DC27E92BE3CD}">
      <dgm:prSet/>
      <dgm:spPr>
        <a:solidFill>
          <a:schemeClr val="tx2">
            <a:lumMod val="10000"/>
            <a:lumOff val="90000"/>
            <a:alpha val="90000"/>
          </a:schemeClr>
        </a:solidFill>
        <a:effectLst>
          <a:glow rad="229620">
            <a:schemeClr val="accent1">
              <a:alpha val="40000"/>
            </a:schemeClr>
          </a:glow>
        </a:effectLst>
      </dgm:spPr>
      <dgm:t>
        <a:bodyPr anchor="ctr"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Formula: y = mx + b</a:t>
          </a:r>
        </a:p>
      </dgm:t>
    </dgm:pt>
    <dgm:pt modelId="{DEAD79AF-B7F0-F648-9829-21D82CD369B1}" type="parTrans" cxnId="{A907F211-9C52-A744-BEC8-238CB58F6DA8}">
      <dgm:prSet/>
      <dgm:spPr/>
      <dgm:t>
        <a:bodyPr/>
        <a:lstStyle/>
        <a:p>
          <a:endParaRPr lang="en-GB"/>
        </a:p>
      </dgm:t>
    </dgm:pt>
    <dgm:pt modelId="{DA990FB1-829D-EE45-B7EF-76EA4EA4379D}" type="sibTrans" cxnId="{A907F211-9C52-A744-BEC8-238CB58F6DA8}">
      <dgm:prSet/>
      <dgm:spPr/>
      <dgm:t>
        <a:bodyPr/>
        <a:lstStyle/>
        <a:p>
          <a:endParaRPr lang="en-GB"/>
        </a:p>
      </dgm:t>
    </dgm:pt>
    <dgm:pt modelId="{F17093BD-50CA-7E48-A0A3-467B5EE3B6BB}">
      <dgm:prSet/>
      <dgm:spPr>
        <a:solidFill>
          <a:schemeClr val="tx2">
            <a:lumMod val="10000"/>
            <a:lumOff val="90000"/>
            <a:alpha val="90000"/>
          </a:schemeClr>
        </a:solidFill>
        <a:effectLst>
          <a:glow rad="229620">
            <a:schemeClr val="accent1">
              <a:alpha val="40000"/>
            </a:schemeClr>
          </a:glow>
        </a:effectLst>
      </dgm:spPr>
      <dgm:t>
        <a:bodyPr anchor="ctr"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Method: Ordinary Least Squares (OLS)</a:t>
          </a:r>
        </a:p>
      </dgm:t>
    </dgm:pt>
    <dgm:pt modelId="{B1C8D0F5-177A-AC4E-BF01-BAEFAFDCE314}" type="parTrans" cxnId="{5AAEA470-BCE1-3644-A40E-A7B961025090}">
      <dgm:prSet/>
      <dgm:spPr/>
      <dgm:t>
        <a:bodyPr/>
        <a:lstStyle/>
        <a:p>
          <a:endParaRPr lang="en-GB"/>
        </a:p>
      </dgm:t>
    </dgm:pt>
    <dgm:pt modelId="{6838C3A0-302D-6D4F-B023-CACD0A5B217D}" type="sibTrans" cxnId="{5AAEA470-BCE1-3644-A40E-A7B961025090}">
      <dgm:prSet/>
      <dgm:spPr/>
      <dgm:t>
        <a:bodyPr/>
        <a:lstStyle/>
        <a:p>
          <a:endParaRPr lang="en-GB"/>
        </a:p>
      </dgm:t>
    </dgm:pt>
    <dgm:pt modelId="{13DFEBD5-A065-AC40-AB18-1F3FB8C7CCBB}">
      <dgm:prSet/>
      <dgm:spPr>
        <a:solidFill>
          <a:schemeClr val="tx2">
            <a:lumMod val="10000"/>
            <a:lumOff val="90000"/>
            <a:alpha val="90000"/>
          </a:schemeClr>
        </a:solidFill>
        <a:effectLst>
          <a:glow rad="229620">
            <a:schemeClr val="accent1">
              <a:alpha val="40000"/>
            </a:schemeClr>
          </a:glow>
        </a:effectLst>
      </dgm:spPr>
      <dgm:t>
        <a:bodyPr anchor="ctr"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Citation: Kutner et al. (2004) "Applied Linear Statistical Models"</a:t>
          </a:r>
        </a:p>
      </dgm:t>
    </dgm:pt>
    <dgm:pt modelId="{8C1C3FAF-7166-3F45-895C-EFDC62EE22B2}" type="parTrans" cxnId="{AB35F159-4834-A048-AB2B-6EADD7E3287B}">
      <dgm:prSet/>
      <dgm:spPr/>
      <dgm:t>
        <a:bodyPr/>
        <a:lstStyle/>
        <a:p>
          <a:endParaRPr lang="en-GB"/>
        </a:p>
      </dgm:t>
    </dgm:pt>
    <dgm:pt modelId="{D131EC82-51D2-D546-A7DF-86F1866D065A}" type="sibTrans" cxnId="{AB35F159-4834-A048-AB2B-6EADD7E3287B}">
      <dgm:prSet/>
      <dgm:spPr/>
      <dgm:t>
        <a:bodyPr/>
        <a:lstStyle/>
        <a:p>
          <a:endParaRPr lang="en-GB"/>
        </a:p>
      </dgm:t>
    </dgm:pt>
    <dgm:pt modelId="{B97B5F07-3182-2C48-A562-5FE0DAE7C8A5}">
      <dgm:prSet/>
      <dgm:spPr>
        <a:solidFill>
          <a:schemeClr val="tx2">
            <a:lumMod val="10000"/>
            <a:lumOff val="90000"/>
            <a:alpha val="90000"/>
          </a:schemeClr>
        </a:solidFill>
        <a:effectLst>
          <a:glow rad="229620">
            <a:schemeClr val="accent1">
              <a:alpha val="40000"/>
            </a:schemeClr>
          </a:glow>
        </a:effectLst>
      </dgm:spPr>
      <dgm:t>
        <a:bodyPr anchor="ctr"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Validation: R² = 0.96, SE = ±€150M</a:t>
          </a:r>
        </a:p>
      </dgm:t>
    </dgm:pt>
    <dgm:pt modelId="{286DDEE2-9FA3-6E42-A757-6353F41EC9AF}" type="parTrans" cxnId="{27888E22-7A5D-3B48-92C8-0CBF1F5204C9}">
      <dgm:prSet/>
      <dgm:spPr/>
      <dgm:t>
        <a:bodyPr/>
        <a:lstStyle/>
        <a:p>
          <a:endParaRPr lang="en-GB"/>
        </a:p>
      </dgm:t>
    </dgm:pt>
    <dgm:pt modelId="{AA8C7659-9F18-374E-9B5F-F8F080A3AADB}" type="sibTrans" cxnId="{27888E22-7A5D-3B48-92C8-0CBF1F5204C9}">
      <dgm:prSet/>
      <dgm:spPr/>
      <dgm:t>
        <a:bodyPr/>
        <a:lstStyle/>
        <a:p>
          <a:endParaRPr lang="en-GB"/>
        </a:p>
      </dgm:t>
    </dgm:pt>
    <dgm:pt modelId="{72DAF22A-DC49-C340-963B-8EDCBFEF2423}" type="pres">
      <dgm:prSet presAssocID="{30526B29-D9EC-0E4B-9000-9D9B67537382}" presName="Name0" presStyleCnt="0">
        <dgm:presLayoutVars>
          <dgm:dir/>
          <dgm:animLvl val="lvl"/>
          <dgm:resizeHandles val="exact"/>
        </dgm:presLayoutVars>
      </dgm:prSet>
      <dgm:spPr/>
    </dgm:pt>
    <dgm:pt modelId="{5F7B020F-A937-CB43-ABCA-52323355B989}" type="pres">
      <dgm:prSet presAssocID="{87C646A3-FE88-754F-847B-24D699CE53F8}" presName="composite" presStyleCnt="0"/>
      <dgm:spPr/>
    </dgm:pt>
    <dgm:pt modelId="{D6ED0724-5546-2C4F-B041-F62D8C5EAF98}" type="pres">
      <dgm:prSet presAssocID="{87C646A3-FE88-754F-847B-24D699CE53F8}" presName="parTx" presStyleLbl="alignNode1" presStyleIdx="0" presStyleCnt="1" custScaleY="157292" custLinFactNeighborY="12398">
        <dgm:presLayoutVars>
          <dgm:chMax val="0"/>
          <dgm:chPref val="0"/>
          <dgm:bulletEnabled val="1"/>
        </dgm:presLayoutVars>
      </dgm:prSet>
      <dgm:spPr/>
    </dgm:pt>
    <dgm:pt modelId="{020DCB7D-9AA0-1141-ACA6-20B94F624CA0}" type="pres">
      <dgm:prSet presAssocID="{87C646A3-FE88-754F-847B-24D699CE53F8}" presName="desTx" presStyleLbl="alignAccFollowNode1" presStyleIdx="0" presStyleCnt="1" custScaleY="101812" custLinFactNeighborY="16035">
        <dgm:presLayoutVars>
          <dgm:bulletEnabled val="1"/>
        </dgm:presLayoutVars>
      </dgm:prSet>
      <dgm:spPr/>
    </dgm:pt>
  </dgm:ptLst>
  <dgm:cxnLst>
    <dgm:cxn modelId="{9EB42C11-CBE1-AA43-9EE6-4A1AC3D87DF2}" type="presOf" srcId="{B97B5F07-3182-2C48-A562-5FE0DAE7C8A5}" destId="{020DCB7D-9AA0-1141-ACA6-20B94F624CA0}" srcOrd="0" destOrd="3" presId="urn:microsoft.com/office/officeart/2005/8/layout/hList1"/>
    <dgm:cxn modelId="{A907F211-9C52-A744-BEC8-238CB58F6DA8}" srcId="{87C646A3-FE88-754F-847B-24D699CE53F8}" destId="{E0503FAE-0680-714A-B538-DC27E92BE3CD}" srcOrd="0" destOrd="0" parTransId="{DEAD79AF-B7F0-F648-9829-21D82CD369B1}" sibTransId="{DA990FB1-829D-EE45-B7EF-76EA4EA4379D}"/>
    <dgm:cxn modelId="{27888E22-7A5D-3B48-92C8-0CBF1F5204C9}" srcId="{87C646A3-FE88-754F-847B-24D699CE53F8}" destId="{B97B5F07-3182-2C48-A562-5FE0DAE7C8A5}" srcOrd="3" destOrd="0" parTransId="{286DDEE2-9FA3-6E42-A757-6353F41EC9AF}" sibTransId="{AA8C7659-9F18-374E-9B5F-F8F080A3AADB}"/>
    <dgm:cxn modelId="{E2692F38-F7CA-4543-9435-8CBE72AFD211}" srcId="{30526B29-D9EC-0E4B-9000-9D9B67537382}" destId="{87C646A3-FE88-754F-847B-24D699CE53F8}" srcOrd="0" destOrd="0" parTransId="{38C6F68F-9434-4E40-8FA0-BA80B22153C3}" sibTransId="{1B95F224-03EA-0B4E-BEF3-F04DA96FF6A0}"/>
    <dgm:cxn modelId="{30641744-A2C7-134B-88E7-59C3CDB3EC2F}" type="presOf" srcId="{E0503FAE-0680-714A-B538-DC27E92BE3CD}" destId="{020DCB7D-9AA0-1141-ACA6-20B94F624CA0}" srcOrd="0" destOrd="0" presId="urn:microsoft.com/office/officeart/2005/8/layout/hList1"/>
    <dgm:cxn modelId="{AB35F159-4834-A048-AB2B-6EADD7E3287B}" srcId="{87C646A3-FE88-754F-847B-24D699CE53F8}" destId="{13DFEBD5-A065-AC40-AB18-1F3FB8C7CCBB}" srcOrd="2" destOrd="0" parTransId="{8C1C3FAF-7166-3F45-895C-EFDC62EE22B2}" sibTransId="{D131EC82-51D2-D546-A7DF-86F1866D065A}"/>
    <dgm:cxn modelId="{E27A8D5B-FEC0-D244-BCC9-82DFF595C401}" type="presOf" srcId="{F17093BD-50CA-7E48-A0A3-467B5EE3B6BB}" destId="{020DCB7D-9AA0-1141-ACA6-20B94F624CA0}" srcOrd="0" destOrd="1" presId="urn:microsoft.com/office/officeart/2005/8/layout/hList1"/>
    <dgm:cxn modelId="{5AAEA470-BCE1-3644-A40E-A7B961025090}" srcId="{87C646A3-FE88-754F-847B-24D699CE53F8}" destId="{F17093BD-50CA-7E48-A0A3-467B5EE3B6BB}" srcOrd="1" destOrd="0" parTransId="{B1C8D0F5-177A-AC4E-BF01-BAEFAFDCE314}" sibTransId="{6838C3A0-302D-6D4F-B023-CACD0A5B217D}"/>
    <dgm:cxn modelId="{44FCC3A8-20E2-614D-8051-39BD5D929867}" type="presOf" srcId="{87C646A3-FE88-754F-847B-24D699CE53F8}" destId="{D6ED0724-5546-2C4F-B041-F62D8C5EAF98}" srcOrd="0" destOrd="0" presId="urn:microsoft.com/office/officeart/2005/8/layout/hList1"/>
    <dgm:cxn modelId="{CB1601BB-0865-A045-A88B-938AA7B75500}" type="presOf" srcId="{30526B29-D9EC-0E4B-9000-9D9B67537382}" destId="{72DAF22A-DC49-C340-963B-8EDCBFEF2423}" srcOrd="0" destOrd="0" presId="urn:microsoft.com/office/officeart/2005/8/layout/hList1"/>
    <dgm:cxn modelId="{69F451E4-EEAE-B545-A25E-9C7DEE62F3DB}" type="presOf" srcId="{13DFEBD5-A065-AC40-AB18-1F3FB8C7CCBB}" destId="{020DCB7D-9AA0-1141-ACA6-20B94F624CA0}" srcOrd="0" destOrd="2" presId="urn:microsoft.com/office/officeart/2005/8/layout/hList1"/>
    <dgm:cxn modelId="{0A286693-1322-F343-A31A-A51474147D20}" type="presParOf" srcId="{72DAF22A-DC49-C340-963B-8EDCBFEF2423}" destId="{5F7B020F-A937-CB43-ABCA-52323355B989}" srcOrd="0" destOrd="0" presId="urn:microsoft.com/office/officeart/2005/8/layout/hList1"/>
    <dgm:cxn modelId="{8970EFAE-634E-3E47-8916-8B9FBC4EE075}" type="presParOf" srcId="{5F7B020F-A937-CB43-ABCA-52323355B989}" destId="{D6ED0724-5546-2C4F-B041-F62D8C5EAF98}" srcOrd="0" destOrd="0" presId="urn:microsoft.com/office/officeart/2005/8/layout/hList1"/>
    <dgm:cxn modelId="{15713402-EAE1-1242-84CB-20AC990174FC}" type="presParOf" srcId="{5F7B020F-A937-CB43-ABCA-52323355B989}" destId="{020DCB7D-9AA0-1141-ACA6-20B94F624CA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BD1F32F-B0BA-274E-97C6-ABCE98ABEE91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8702756-2920-6D43-90AF-4AE86559B1C7}">
      <dgm:prSet custT="1"/>
      <dgm:spPr/>
      <dgm:t>
        <a:bodyPr/>
        <a:lstStyle/>
        <a:p>
          <a:r>
            <a:rPr lang="en-GB" sz="1400" b="1" dirty="0">
              <a:latin typeface="Calibri" panose="020F0502020204030204" pitchFamily="34" charset="0"/>
              <a:cs typeface="Calibri" panose="020F0502020204030204" pitchFamily="34" charset="0"/>
            </a:rPr>
            <a:t>Statistical Confidence Intervals</a:t>
          </a:r>
        </a:p>
      </dgm:t>
    </dgm:pt>
    <dgm:pt modelId="{6B9772BE-E6C8-5541-95C7-B981955F1C45}" type="parTrans" cxnId="{A1EFD9FF-468A-4A48-BDD5-AF10E29BEB55}">
      <dgm:prSet/>
      <dgm:spPr/>
      <dgm:t>
        <a:bodyPr/>
        <a:lstStyle/>
        <a:p>
          <a:endParaRPr lang="en-GB"/>
        </a:p>
      </dgm:t>
    </dgm:pt>
    <dgm:pt modelId="{AED51521-2E05-2443-BCD3-C8674FD59D8F}" type="sibTrans" cxnId="{A1EFD9FF-468A-4A48-BDD5-AF10E29BEB55}">
      <dgm:prSet/>
      <dgm:spPr/>
      <dgm:t>
        <a:bodyPr/>
        <a:lstStyle/>
        <a:p>
          <a:endParaRPr lang="en-GB"/>
        </a:p>
      </dgm:t>
    </dgm:pt>
    <dgm:pt modelId="{5CFC8B2D-A1B8-1D45-AA21-B080B8D641DC}">
      <dgm:prSet/>
      <dgm:spPr>
        <a:solidFill>
          <a:schemeClr val="tx2">
            <a:lumMod val="10000"/>
            <a:lumOff val="90000"/>
            <a:alpha val="90000"/>
          </a:schemeClr>
        </a:solidFill>
        <a:effectLst>
          <a:glow rad="240099">
            <a:schemeClr val="accent1">
              <a:alpha val="40000"/>
            </a:schemeClr>
          </a:glow>
        </a:effectLst>
      </dgm:spPr>
      <dgm:t>
        <a:bodyPr anchor="ctr"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Formula: Forecast ± (1.96 × SE)</a:t>
          </a:r>
        </a:p>
      </dgm:t>
    </dgm:pt>
    <dgm:pt modelId="{0B64B4D0-87D8-6048-8E88-DB5EE0C67472}" type="parTrans" cxnId="{8A674FD3-E054-E349-A186-161457036580}">
      <dgm:prSet/>
      <dgm:spPr/>
      <dgm:t>
        <a:bodyPr/>
        <a:lstStyle/>
        <a:p>
          <a:endParaRPr lang="en-GB"/>
        </a:p>
      </dgm:t>
    </dgm:pt>
    <dgm:pt modelId="{5940D90D-F788-1D45-B1A6-4970E71EE82E}" type="sibTrans" cxnId="{8A674FD3-E054-E349-A186-161457036580}">
      <dgm:prSet/>
      <dgm:spPr/>
      <dgm:t>
        <a:bodyPr/>
        <a:lstStyle/>
        <a:p>
          <a:endParaRPr lang="en-GB"/>
        </a:p>
      </dgm:t>
    </dgm:pt>
    <dgm:pt modelId="{0A046A93-72CC-6149-8923-CE2B3761A694}">
      <dgm:prSet/>
      <dgm:spPr>
        <a:solidFill>
          <a:schemeClr val="tx2">
            <a:lumMod val="10000"/>
            <a:lumOff val="90000"/>
            <a:alpha val="90000"/>
          </a:schemeClr>
        </a:solidFill>
        <a:effectLst>
          <a:glow rad="240099">
            <a:schemeClr val="accent1">
              <a:alpha val="40000"/>
            </a:schemeClr>
          </a:glow>
        </a:effectLst>
      </dgm:spPr>
      <dgm:t>
        <a:bodyPr anchor="ctr"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Confidence: 95%</a:t>
          </a:r>
        </a:p>
      </dgm:t>
    </dgm:pt>
    <dgm:pt modelId="{1550908B-AC68-7B4C-8D09-8E964DCF7425}" type="parTrans" cxnId="{8D6161CB-2754-C74E-BAA5-E4209D76FF71}">
      <dgm:prSet/>
      <dgm:spPr/>
      <dgm:t>
        <a:bodyPr/>
        <a:lstStyle/>
        <a:p>
          <a:endParaRPr lang="en-GB"/>
        </a:p>
      </dgm:t>
    </dgm:pt>
    <dgm:pt modelId="{BD00B999-DA6B-B24B-848D-E8E9C751923F}" type="sibTrans" cxnId="{8D6161CB-2754-C74E-BAA5-E4209D76FF71}">
      <dgm:prSet/>
      <dgm:spPr/>
      <dgm:t>
        <a:bodyPr/>
        <a:lstStyle/>
        <a:p>
          <a:endParaRPr lang="en-GB"/>
        </a:p>
      </dgm:t>
    </dgm:pt>
    <dgm:pt modelId="{CF382FC2-5D73-E846-ABFE-72C58B60734A}">
      <dgm:prSet/>
      <dgm:spPr>
        <a:solidFill>
          <a:schemeClr val="tx2">
            <a:lumMod val="10000"/>
            <a:lumOff val="90000"/>
            <a:alpha val="90000"/>
          </a:schemeClr>
        </a:solidFill>
        <a:effectLst>
          <a:glow rad="240099">
            <a:schemeClr val="accent1">
              <a:alpha val="40000"/>
            </a:schemeClr>
          </a:glow>
        </a:effectLst>
      </dgm:spPr>
      <dgm:t>
        <a:bodyPr anchor="ctr"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 Citation: Anderson et al. (2020) "Statistics for Business and Economics"</a:t>
          </a:r>
        </a:p>
      </dgm:t>
    </dgm:pt>
    <dgm:pt modelId="{DFA86D0A-7F8D-A645-B765-773AD1441B24}" type="parTrans" cxnId="{3B62DFB5-5C4D-A64B-A485-E562349F6C78}">
      <dgm:prSet/>
      <dgm:spPr/>
      <dgm:t>
        <a:bodyPr/>
        <a:lstStyle/>
        <a:p>
          <a:endParaRPr lang="en-GB"/>
        </a:p>
      </dgm:t>
    </dgm:pt>
    <dgm:pt modelId="{433B332E-F91F-E84F-B25E-45BF74ACFCF9}" type="sibTrans" cxnId="{3B62DFB5-5C4D-A64B-A485-E562349F6C78}">
      <dgm:prSet/>
      <dgm:spPr/>
      <dgm:t>
        <a:bodyPr/>
        <a:lstStyle/>
        <a:p>
          <a:endParaRPr lang="en-GB"/>
        </a:p>
      </dgm:t>
    </dgm:pt>
    <dgm:pt modelId="{6AC087D8-FBF6-8E43-A2DB-D9DB3417CB62}" type="pres">
      <dgm:prSet presAssocID="{1BD1F32F-B0BA-274E-97C6-ABCE98ABEE91}" presName="Name0" presStyleCnt="0">
        <dgm:presLayoutVars>
          <dgm:dir/>
          <dgm:animLvl val="lvl"/>
          <dgm:resizeHandles val="exact"/>
        </dgm:presLayoutVars>
      </dgm:prSet>
      <dgm:spPr/>
    </dgm:pt>
    <dgm:pt modelId="{2B0A7CF9-22D1-7B44-9615-76A0EAC5AA52}" type="pres">
      <dgm:prSet presAssocID="{38702756-2920-6D43-90AF-4AE86559B1C7}" presName="composite" presStyleCnt="0"/>
      <dgm:spPr/>
    </dgm:pt>
    <dgm:pt modelId="{E0216332-F362-9848-964F-CA565EED6071}" type="pres">
      <dgm:prSet presAssocID="{38702756-2920-6D43-90AF-4AE86559B1C7}" presName="parTx" presStyleLbl="alignNode1" presStyleIdx="0" presStyleCnt="1" custScaleY="134821">
        <dgm:presLayoutVars>
          <dgm:chMax val="0"/>
          <dgm:chPref val="0"/>
          <dgm:bulletEnabled val="1"/>
        </dgm:presLayoutVars>
      </dgm:prSet>
      <dgm:spPr/>
    </dgm:pt>
    <dgm:pt modelId="{B22487A5-7B76-7A4D-A985-61ECFC35E99A}" type="pres">
      <dgm:prSet presAssocID="{38702756-2920-6D43-90AF-4AE86559B1C7}" presName="desTx" presStyleLbl="alignAccFollowNode1" presStyleIdx="0" presStyleCnt="1" custLinFactNeighborY="8865">
        <dgm:presLayoutVars>
          <dgm:bulletEnabled val="1"/>
        </dgm:presLayoutVars>
      </dgm:prSet>
      <dgm:spPr/>
    </dgm:pt>
  </dgm:ptLst>
  <dgm:cxnLst>
    <dgm:cxn modelId="{87ED574A-A814-414F-AB6C-E7C207D1BA50}" type="presOf" srcId="{1BD1F32F-B0BA-274E-97C6-ABCE98ABEE91}" destId="{6AC087D8-FBF6-8E43-A2DB-D9DB3417CB62}" srcOrd="0" destOrd="0" presId="urn:microsoft.com/office/officeart/2005/8/layout/hList1"/>
    <dgm:cxn modelId="{3A745863-CD1A-9E4B-B144-79508C7FFA73}" type="presOf" srcId="{38702756-2920-6D43-90AF-4AE86559B1C7}" destId="{E0216332-F362-9848-964F-CA565EED6071}" srcOrd="0" destOrd="0" presId="urn:microsoft.com/office/officeart/2005/8/layout/hList1"/>
    <dgm:cxn modelId="{4440D870-82E1-D745-80CE-6C61E436614E}" type="presOf" srcId="{0A046A93-72CC-6149-8923-CE2B3761A694}" destId="{B22487A5-7B76-7A4D-A985-61ECFC35E99A}" srcOrd="0" destOrd="1" presId="urn:microsoft.com/office/officeart/2005/8/layout/hList1"/>
    <dgm:cxn modelId="{DB8AFEB4-411C-0C48-BA7B-13999E2375F0}" type="presOf" srcId="{5CFC8B2D-A1B8-1D45-AA21-B080B8D641DC}" destId="{B22487A5-7B76-7A4D-A985-61ECFC35E99A}" srcOrd="0" destOrd="0" presId="urn:microsoft.com/office/officeart/2005/8/layout/hList1"/>
    <dgm:cxn modelId="{3B62DFB5-5C4D-A64B-A485-E562349F6C78}" srcId="{38702756-2920-6D43-90AF-4AE86559B1C7}" destId="{CF382FC2-5D73-E846-ABFE-72C58B60734A}" srcOrd="2" destOrd="0" parTransId="{DFA86D0A-7F8D-A645-B765-773AD1441B24}" sibTransId="{433B332E-F91F-E84F-B25E-45BF74ACFCF9}"/>
    <dgm:cxn modelId="{8D6161CB-2754-C74E-BAA5-E4209D76FF71}" srcId="{38702756-2920-6D43-90AF-4AE86559B1C7}" destId="{0A046A93-72CC-6149-8923-CE2B3761A694}" srcOrd="1" destOrd="0" parTransId="{1550908B-AC68-7B4C-8D09-8E964DCF7425}" sibTransId="{BD00B999-DA6B-B24B-848D-E8E9C751923F}"/>
    <dgm:cxn modelId="{8A674FD3-E054-E349-A186-161457036580}" srcId="{38702756-2920-6D43-90AF-4AE86559B1C7}" destId="{5CFC8B2D-A1B8-1D45-AA21-B080B8D641DC}" srcOrd="0" destOrd="0" parTransId="{0B64B4D0-87D8-6048-8E88-DB5EE0C67472}" sibTransId="{5940D90D-F788-1D45-B1A6-4970E71EE82E}"/>
    <dgm:cxn modelId="{A0D5A1F7-B52F-744F-8E1C-1690EF634B3A}" type="presOf" srcId="{CF382FC2-5D73-E846-ABFE-72C58B60734A}" destId="{B22487A5-7B76-7A4D-A985-61ECFC35E99A}" srcOrd="0" destOrd="2" presId="urn:microsoft.com/office/officeart/2005/8/layout/hList1"/>
    <dgm:cxn modelId="{A1EFD9FF-468A-4A48-BDD5-AF10E29BEB55}" srcId="{1BD1F32F-B0BA-274E-97C6-ABCE98ABEE91}" destId="{38702756-2920-6D43-90AF-4AE86559B1C7}" srcOrd="0" destOrd="0" parTransId="{6B9772BE-E6C8-5541-95C7-B981955F1C45}" sibTransId="{AED51521-2E05-2443-BCD3-C8674FD59D8F}"/>
    <dgm:cxn modelId="{9B692F1A-868E-5646-9772-668D9D793307}" type="presParOf" srcId="{6AC087D8-FBF6-8E43-A2DB-D9DB3417CB62}" destId="{2B0A7CF9-22D1-7B44-9615-76A0EAC5AA52}" srcOrd="0" destOrd="0" presId="urn:microsoft.com/office/officeart/2005/8/layout/hList1"/>
    <dgm:cxn modelId="{2A3BB010-4B05-0B49-A174-29899E6778FA}" type="presParOf" srcId="{2B0A7CF9-22D1-7B44-9615-76A0EAC5AA52}" destId="{E0216332-F362-9848-964F-CA565EED6071}" srcOrd="0" destOrd="0" presId="urn:microsoft.com/office/officeart/2005/8/layout/hList1"/>
    <dgm:cxn modelId="{78189F85-BEEC-F34A-BEFC-4F5147F431AF}" type="presParOf" srcId="{2B0A7CF9-22D1-7B44-9615-76A0EAC5AA52}" destId="{B22487A5-7B76-7A4D-A985-61ECFC35E99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D13CAB59-52BA-0642-8E02-78612A71265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81DE44C-86E9-594C-BF20-686D420ED09A}">
      <dgm:prSet custT="1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GB" sz="1400" b="1" dirty="0">
              <a:latin typeface="Calibri" panose="020F0502020204030204" pitchFamily="34" charset="0"/>
              <a:cs typeface="Calibri" panose="020F0502020204030204" pitchFamily="34" charset="0"/>
            </a:rPr>
            <a:t>Market Concentration (HHI)</a:t>
          </a:r>
        </a:p>
      </dgm:t>
    </dgm:pt>
    <dgm:pt modelId="{D199FCCD-8F88-A841-AE8A-A810EEAE2F88}" type="parTrans" cxnId="{04957D28-F970-804B-81B6-38502FC78BA5}">
      <dgm:prSet/>
      <dgm:spPr/>
      <dgm:t>
        <a:bodyPr/>
        <a:lstStyle/>
        <a:p>
          <a:endParaRPr lang="en-GB"/>
        </a:p>
      </dgm:t>
    </dgm:pt>
    <dgm:pt modelId="{CA89B82E-D2AE-DD4D-99EC-E316C1EDD6BA}" type="sibTrans" cxnId="{04957D28-F970-804B-81B6-38502FC78BA5}">
      <dgm:prSet/>
      <dgm:spPr/>
      <dgm:t>
        <a:bodyPr/>
        <a:lstStyle/>
        <a:p>
          <a:endParaRPr lang="en-GB"/>
        </a:p>
      </dgm:t>
    </dgm:pt>
    <dgm:pt modelId="{49483ED7-CA3F-9E47-9E1A-C9D55DD2849B}">
      <dgm:prSet custT="1"/>
      <dgm:spPr>
        <a:solidFill>
          <a:schemeClr val="accent1">
            <a:lumMod val="20000"/>
            <a:lumOff val="80000"/>
            <a:alpha val="90000"/>
          </a:schemeClr>
        </a:solidFill>
        <a:effectLst>
          <a:glow rad="230227">
            <a:schemeClr val="accent1">
              <a:alpha val="40000"/>
            </a:schemeClr>
          </a:glow>
        </a:effectLst>
      </dgm:spPr>
      <dgm:t>
        <a:bodyPr anchor="ctr"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 Formula: </a:t>
          </a:r>
          <a:r>
            <a:rPr lang="el-GR" sz="1200" dirty="0">
              <a:latin typeface="Calibri" panose="020F0502020204030204" pitchFamily="34" charset="0"/>
              <a:cs typeface="Calibri" panose="020F0502020204030204" pitchFamily="34" charset="0"/>
            </a:rPr>
            <a:t>Σ(</a:t>
          </a: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market share%)² × 10,000</a:t>
          </a:r>
        </a:p>
      </dgm:t>
    </dgm:pt>
    <dgm:pt modelId="{F40BCA78-AE71-9B42-AE1F-D3F071F112B8}" type="parTrans" cxnId="{98C7571F-CD7E-224D-9C80-20C9E834BC5D}">
      <dgm:prSet/>
      <dgm:spPr/>
      <dgm:t>
        <a:bodyPr/>
        <a:lstStyle/>
        <a:p>
          <a:endParaRPr lang="en-GB"/>
        </a:p>
      </dgm:t>
    </dgm:pt>
    <dgm:pt modelId="{B2F5D55C-688E-6B44-B2D3-9CF83CCCAC4E}" type="sibTrans" cxnId="{98C7571F-CD7E-224D-9C80-20C9E834BC5D}">
      <dgm:prSet/>
      <dgm:spPr/>
      <dgm:t>
        <a:bodyPr/>
        <a:lstStyle/>
        <a:p>
          <a:endParaRPr lang="en-GB"/>
        </a:p>
      </dgm:t>
    </dgm:pt>
    <dgm:pt modelId="{983C3EF2-7B78-6344-907E-F98D01F31131}">
      <dgm:prSet custT="1"/>
      <dgm:spPr>
        <a:solidFill>
          <a:schemeClr val="accent1">
            <a:lumMod val="20000"/>
            <a:lumOff val="80000"/>
            <a:alpha val="90000"/>
          </a:schemeClr>
        </a:solidFill>
        <a:effectLst>
          <a:glow rad="230227">
            <a:schemeClr val="accent1">
              <a:alpha val="40000"/>
            </a:schemeClr>
          </a:glow>
        </a:effectLst>
      </dgm:spPr>
      <dgm:t>
        <a:bodyPr anchor="ctr"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 Benchmark: DOJ/FTC guidelines</a:t>
          </a:r>
        </a:p>
      </dgm:t>
    </dgm:pt>
    <dgm:pt modelId="{43040067-C3B6-2B43-935E-A409DFCF3BD3}" type="parTrans" cxnId="{6BC81417-0564-A842-AAB3-F950EC7EB6FB}">
      <dgm:prSet/>
      <dgm:spPr/>
      <dgm:t>
        <a:bodyPr/>
        <a:lstStyle/>
        <a:p>
          <a:endParaRPr lang="en-GB"/>
        </a:p>
      </dgm:t>
    </dgm:pt>
    <dgm:pt modelId="{9A1B701C-43FE-4B40-9B30-DB5349636B28}" type="sibTrans" cxnId="{6BC81417-0564-A842-AAB3-F950EC7EB6FB}">
      <dgm:prSet/>
      <dgm:spPr/>
      <dgm:t>
        <a:bodyPr/>
        <a:lstStyle/>
        <a:p>
          <a:endParaRPr lang="en-GB"/>
        </a:p>
      </dgm:t>
    </dgm:pt>
    <dgm:pt modelId="{40721E5D-7C2F-094E-9A90-A4FE0506E481}">
      <dgm:prSet custT="1"/>
      <dgm:spPr>
        <a:solidFill>
          <a:schemeClr val="accent1">
            <a:lumMod val="20000"/>
            <a:lumOff val="80000"/>
            <a:alpha val="90000"/>
          </a:schemeClr>
        </a:solidFill>
        <a:effectLst>
          <a:glow rad="230227">
            <a:schemeClr val="accent1">
              <a:alpha val="40000"/>
            </a:schemeClr>
          </a:glow>
        </a:effectLst>
      </dgm:spPr>
      <dgm:t>
        <a:bodyPr anchor="ctr"/>
        <a:lstStyle/>
        <a:p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 Interpretation: &gt;2,500 = concentrated</a:t>
          </a:r>
        </a:p>
      </dgm:t>
    </dgm:pt>
    <dgm:pt modelId="{C9DE84EF-4CAA-BE4C-835D-C98D8E4497A3}" type="parTrans" cxnId="{4CEA7863-FFED-7D47-909E-132D15A8D1DC}">
      <dgm:prSet/>
      <dgm:spPr/>
      <dgm:t>
        <a:bodyPr/>
        <a:lstStyle/>
        <a:p>
          <a:endParaRPr lang="en-GB"/>
        </a:p>
      </dgm:t>
    </dgm:pt>
    <dgm:pt modelId="{C5093238-F230-AD46-B856-AB28E779B433}" type="sibTrans" cxnId="{4CEA7863-FFED-7D47-909E-132D15A8D1DC}">
      <dgm:prSet/>
      <dgm:spPr/>
      <dgm:t>
        <a:bodyPr/>
        <a:lstStyle/>
        <a:p>
          <a:endParaRPr lang="en-GB"/>
        </a:p>
      </dgm:t>
    </dgm:pt>
    <dgm:pt modelId="{8DD18658-B221-D44F-85F7-485332BB505B}" type="pres">
      <dgm:prSet presAssocID="{D13CAB59-52BA-0642-8E02-78612A712653}" presName="Name0" presStyleCnt="0">
        <dgm:presLayoutVars>
          <dgm:dir/>
          <dgm:animLvl val="lvl"/>
          <dgm:resizeHandles val="exact"/>
        </dgm:presLayoutVars>
      </dgm:prSet>
      <dgm:spPr/>
    </dgm:pt>
    <dgm:pt modelId="{291C5F88-CBEF-5641-AE96-2672F4E14ABD}" type="pres">
      <dgm:prSet presAssocID="{581DE44C-86E9-594C-BF20-686D420ED09A}" presName="composite" presStyleCnt="0"/>
      <dgm:spPr/>
    </dgm:pt>
    <dgm:pt modelId="{B8FA1091-FB1A-4240-8B75-6BC5A0DF8819}" type="pres">
      <dgm:prSet presAssocID="{581DE44C-86E9-594C-BF20-686D420ED09A}" presName="parTx" presStyleLbl="alignNode1" presStyleIdx="0" presStyleCnt="1" custScaleY="78213" custLinFactNeighborY="-8819">
        <dgm:presLayoutVars>
          <dgm:chMax val="0"/>
          <dgm:chPref val="0"/>
          <dgm:bulletEnabled val="1"/>
        </dgm:presLayoutVars>
      </dgm:prSet>
      <dgm:spPr/>
    </dgm:pt>
    <dgm:pt modelId="{43D08EE6-1ACE-584A-85F3-CFC8CD864CE9}" type="pres">
      <dgm:prSet presAssocID="{581DE44C-86E9-594C-BF20-686D420ED09A}" presName="desTx" presStyleLbl="alignAccFollowNode1" presStyleIdx="0" presStyleCnt="1" custScaleY="100000" custLinFactNeighborX="-3293" custLinFactNeighborY="8278">
        <dgm:presLayoutVars>
          <dgm:bulletEnabled val="1"/>
        </dgm:presLayoutVars>
      </dgm:prSet>
      <dgm:spPr/>
    </dgm:pt>
  </dgm:ptLst>
  <dgm:cxnLst>
    <dgm:cxn modelId="{6BC81417-0564-A842-AAB3-F950EC7EB6FB}" srcId="{581DE44C-86E9-594C-BF20-686D420ED09A}" destId="{983C3EF2-7B78-6344-907E-F98D01F31131}" srcOrd="1" destOrd="0" parTransId="{43040067-C3B6-2B43-935E-A409DFCF3BD3}" sibTransId="{9A1B701C-43FE-4B40-9B30-DB5349636B28}"/>
    <dgm:cxn modelId="{98C7571F-CD7E-224D-9C80-20C9E834BC5D}" srcId="{581DE44C-86E9-594C-BF20-686D420ED09A}" destId="{49483ED7-CA3F-9E47-9E1A-C9D55DD2849B}" srcOrd="0" destOrd="0" parTransId="{F40BCA78-AE71-9B42-AE1F-D3F071F112B8}" sibTransId="{B2F5D55C-688E-6B44-B2D3-9CF83CCCAC4E}"/>
    <dgm:cxn modelId="{04957D28-F970-804B-81B6-38502FC78BA5}" srcId="{D13CAB59-52BA-0642-8E02-78612A712653}" destId="{581DE44C-86E9-594C-BF20-686D420ED09A}" srcOrd="0" destOrd="0" parTransId="{D199FCCD-8F88-A841-AE8A-A810EEAE2F88}" sibTransId="{CA89B82E-D2AE-DD4D-99EC-E316C1EDD6BA}"/>
    <dgm:cxn modelId="{0D47EA48-5166-8045-A852-1C7FE0ADC73A}" type="presOf" srcId="{D13CAB59-52BA-0642-8E02-78612A712653}" destId="{8DD18658-B221-D44F-85F7-485332BB505B}" srcOrd="0" destOrd="0" presId="urn:microsoft.com/office/officeart/2005/8/layout/hList1"/>
    <dgm:cxn modelId="{4CEA7863-FFED-7D47-909E-132D15A8D1DC}" srcId="{581DE44C-86E9-594C-BF20-686D420ED09A}" destId="{40721E5D-7C2F-094E-9A90-A4FE0506E481}" srcOrd="2" destOrd="0" parTransId="{C9DE84EF-4CAA-BE4C-835D-C98D8E4497A3}" sibTransId="{C5093238-F230-AD46-B856-AB28E779B433}"/>
    <dgm:cxn modelId="{E4BBE779-8EB8-444F-9E82-EED204EA7954}" type="presOf" srcId="{49483ED7-CA3F-9E47-9E1A-C9D55DD2849B}" destId="{43D08EE6-1ACE-584A-85F3-CFC8CD864CE9}" srcOrd="0" destOrd="0" presId="urn:microsoft.com/office/officeart/2005/8/layout/hList1"/>
    <dgm:cxn modelId="{6138BF80-B140-E446-9629-381B4D8D0E4E}" type="presOf" srcId="{40721E5D-7C2F-094E-9A90-A4FE0506E481}" destId="{43D08EE6-1ACE-584A-85F3-CFC8CD864CE9}" srcOrd="0" destOrd="2" presId="urn:microsoft.com/office/officeart/2005/8/layout/hList1"/>
    <dgm:cxn modelId="{718E7AB7-3995-A241-8F0E-E1B3CC55001C}" type="presOf" srcId="{581DE44C-86E9-594C-BF20-686D420ED09A}" destId="{B8FA1091-FB1A-4240-8B75-6BC5A0DF8819}" srcOrd="0" destOrd="0" presId="urn:microsoft.com/office/officeart/2005/8/layout/hList1"/>
    <dgm:cxn modelId="{DAF4EEE4-D32B-B246-AEA8-B9B163B44C74}" type="presOf" srcId="{983C3EF2-7B78-6344-907E-F98D01F31131}" destId="{43D08EE6-1ACE-584A-85F3-CFC8CD864CE9}" srcOrd="0" destOrd="1" presId="urn:microsoft.com/office/officeart/2005/8/layout/hList1"/>
    <dgm:cxn modelId="{655524CB-F5A1-A447-A978-D7D1FDE9DAE7}" type="presParOf" srcId="{8DD18658-B221-D44F-85F7-485332BB505B}" destId="{291C5F88-CBEF-5641-AE96-2672F4E14ABD}" srcOrd="0" destOrd="0" presId="urn:microsoft.com/office/officeart/2005/8/layout/hList1"/>
    <dgm:cxn modelId="{1413DD2C-3051-EC4C-AC2A-220D3152CAA5}" type="presParOf" srcId="{291C5F88-CBEF-5641-AE96-2672F4E14ABD}" destId="{B8FA1091-FB1A-4240-8B75-6BC5A0DF8819}" srcOrd="0" destOrd="0" presId="urn:microsoft.com/office/officeart/2005/8/layout/hList1"/>
    <dgm:cxn modelId="{07E25662-44F4-A347-BC24-AD1F2391A974}" type="presParOf" srcId="{291C5F88-CBEF-5641-AE96-2672F4E14ABD}" destId="{43D08EE6-1ACE-584A-85F3-CFC8CD864CE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8BDFDFE9-88A8-5D48-8A2A-4AC4B2ADF1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C981C40-031C-D442-92A0-5D6250FEAC12}">
      <dgm:prSet custT="1"/>
      <dgm:spPr>
        <a:ln w="25400">
          <a:solidFill>
            <a:srgbClr val="002060"/>
          </a:solidFill>
        </a:ln>
      </dgm:spPr>
      <dgm:t>
        <a:bodyPr/>
        <a:lstStyle/>
        <a:p>
          <a:pPr algn="ctr"/>
          <a:r>
            <a:rPr lang="en-US" sz="2400" b="1" dirty="0">
              <a:latin typeface="Calibri" panose="020F0502020204030204" pitchFamily="34" charset="0"/>
              <a:cs typeface="Calibri" panose="020F0502020204030204" pitchFamily="34" charset="0"/>
            </a:rPr>
            <a:t>Data Integrity</a:t>
          </a:r>
          <a:endParaRPr lang="en-GB" sz="2400" b="1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979EFA8-BB4C-8E47-886B-50C7AFF13C11}" type="parTrans" cxnId="{CF49D12F-695D-B64C-966D-C8435651B5CA}">
      <dgm:prSet/>
      <dgm:spPr/>
      <dgm:t>
        <a:bodyPr/>
        <a:lstStyle/>
        <a:p>
          <a:endParaRPr lang="en-GB"/>
        </a:p>
      </dgm:t>
    </dgm:pt>
    <dgm:pt modelId="{B1D790C5-2933-274F-808D-C673F5A1963C}" type="sibTrans" cxnId="{CF49D12F-695D-B64C-966D-C8435651B5CA}">
      <dgm:prSet/>
      <dgm:spPr/>
      <dgm:t>
        <a:bodyPr/>
        <a:lstStyle/>
        <a:p>
          <a:endParaRPr lang="en-GB"/>
        </a:p>
      </dgm:t>
    </dgm:pt>
    <dgm:pt modelId="{BB870304-5C4C-BA4A-BEA5-D8CE57418803}" type="pres">
      <dgm:prSet presAssocID="{8BDFDFE9-88A8-5D48-8A2A-4AC4B2ADF176}" presName="linear" presStyleCnt="0">
        <dgm:presLayoutVars>
          <dgm:animLvl val="lvl"/>
          <dgm:resizeHandles val="exact"/>
        </dgm:presLayoutVars>
      </dgm:prSet>
      <dgm:spPr/>
    </dgm:pt>
    <dgm:pt modelId="{20387B06-DC22-DF4D-9EE5-06C4B7314EB6}" type="pres">
      <dgm:prSet presAssocID="{0C981C40-031C-D442-92A0-5D6250FEAC1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F49D12F-695D-B64C-966D-C8435651B5CA}" srcId="{8BDFDFE9-88A8-5D48-8A2A-4AC4B2ADF176}" destId="{0C981C40-031C-D442-92A0-5D6250FEAC12}" srcOrd="0" destOrd="0" parTransId="{A979EFA8-BB4C-8E47-886B-50C7AFF13C11}" sibTransId="{B1D790C5-2933-274F-808D-C673F5A1963C}"/>
    <dgm:cxn modelId="{91D5F0B7-791B-C04D-9860-5EC1EDB7975F}" type="presOf" srcId="{0C981C40-031C-D442-92A0-5D6250FEAC12}" destId="{20387B06-DC22-DF4D-9EE5-06C4B7314EB6}" srcOrd="0" destOrd="0" presId="urn:microsoft.com/office/officeart/2005/8/layout/vList2"/>
    <dgm:cxn modelId="{E5A5B6E1-E88B-004A-9EC4-EA4865261932}" type="presOf" srcId="{8BDFDFE9-88A8-5D48-8A2A-4AC4B2ADF176}" destId="{BB870304-5C4C-BA4A-BEA5-D8CE57418803}" srcOrd="0" destOrd="0" presId="urn:microsoft.com/office/officeart/2005/8/layout/vList2"/>
    <dgm:cxn modelId="{21A5D158-D555-A74C-BB4B-3ED04F5B646D}" type="presParOf" srcId="{BB870304-5C4C-BA4A-BEA5-D8CE57418803}" destId="{20387B06-DC22-DF4D-9EE5-06C4B7314EB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625F697A-5964-1E43-A69C-D187039ED416}" type="doc">
      <dgm:prSet loTypeId="urn:microsoft.com/office/officeart/2008/layout/LinedList" loCatId="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7AA546F-F334-3840-8896-E8B060CE675D}">
      <dgm:prSet phldrT="[Text]" custT="1"/>
      <dgm:spPr/>
      <dgm:t>
        <a:bodyPr vert="vert270" anchor="ctr"/>
        <a:lstStyle/>
        <a:p>
          <a:pPr algn="ctr"/>
          <a:r>
            <a:rPr lang="en-GB" sz="2000" b="1" dirty="0">
              <a:latin typeface="Calibri" panose="020F0502020204030204" pitchFamily="34" charset="0"/>
              <a:cs typeface="Calibri" panose="020F0502020204030204" pitchFamily="34" charset="0"/>
            </a:rPr>
            <a:t>LIMITATIONS</a:t>
          </a:r>
        </a:p>
      </dgm:t>
    </dgm:pt>
    <dgm:pt modelId="{4FC4435C-CFBA-3440-BCA0-ABD9CB5C9E9C}" type="parTrans" cxnId="{9D956D67-5EC7-6A4A-A187-0D02819C2988}">
      <dgm:prSet/>
      <dgm:spPr/>
      <dgm:t>
        <a:bodyPr/>
        <a:lstStyle/>
        <a:p>
          <a:pPr algn="ctr"/>
          <a:endParaRPr lang="en-GB"/>
        </a:p>
      </dgm:t>
    </dgm:pt>
    <dgm:pt modelId="{CD920960-258F-DB42-92C4-A9E11108DD45}" type="sibTrans" cxnId="{9D956D67-5EC7-6A4A-A187-0D02819C2988}">
      <dgm:prSet/>
      <dgm:spPr/>
      <dgm:t>
        <a:bodyPr/>
        <a:lstStyle/>
        <a:p>
          <a:pPr algn="ctr"/>
          <a:endParaRPr lang="en-GB"/>
        </a:p>
      </dgm:t>
    </dgm:pt>
    <dgm:pt modelId="{BEB670F4-3BE9-8F40-BDD3-692D04FA68F2}">
      <dgm:prSet phldrT="[Text]" custT="1"/>
      <dgm:spPr>
        <a:solidFill>
          <a:schemeClr val="accent1">
            <a:lumMod val="40000"/>
            <a:lumOff val="60000"/>
          </a:schemeClr>
        </a:solidFill>
        <a:ln w="12700">
          <a:solidFill>
            <a:srgbClr val="002060"/>
          </a:solidFill>
        </a:ln>
      </dgm:spPr>
      <dgm:t>
        <a:bodyPr anchor="ctr"/>
        <a:lstStyle/>
        <a:p>
          <a:pPr algn="ctr">
            <a:buNone/>
          </a:pPr>
          <a:r>
            <a:rPr lang="en-GB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Time Series: Only 7 quarters available</a:t>
          </a:r>
        </a:p>
      </dgm:t>
    </dgm:pt>
    <dgm:pt modelId="{ACEC9D56-17C1-C547-BECC-2060BFD441C7}" type="parTrans" cxnId="{D10A4C08-F79B-DA44-BEA0-BE2D9F9A9F59}">
      <dgm:prSet/>
      <dgm:spPr/>
      <dgm:t>
        <a:bodyPr/>
        <a:lstStyle/>
        <a:p>
          <a:pPr algn="ctr"/>
          <a:endParaRPr lang="en-GB"/>
        </a:p>
      </dgm:t>
    </dgm:pt>
    <dgm:pt modelId="{95DFF551-B0FC-5D49-8D40-E3E43FF9638B}" type="sibTrans" cxnId="{D10A4C08-F79B-DA44-BEA0-BE2D9F9A9F59}">
      <dgm:prSet/>
      <dgm:spPr/>
      <dgm:t>
        <a:bodyPr/>
        <a:lstStyle/>
        <a:p>
          <a:pPr algn="ctr"/>
          <a:endParaRPr lang="en-GB"/>
        </a:p>
      </dgm:t>
    </dgm:pt>
    <dgm:pt modelId="{279F2514-3F87-A547-84C0-992AAB4BDCA9}">
      <dgm:prSet phldrT="[Text]" custT="1"/>
      <dgm:spPr>
        <a:solidFill>
          <a:schemeClr val="tx2">
            <a:lumMod val="25000"/>
            <a:lumOff val="75000"/>
          </a:schemeClr>
        </a:solidFill>
        <a:ln w="12700">
          <a:solidFill>
            <a:srgbClr val="002060"/>
          </a:solidFill>
        </a:ln>
      </dgm:spPr>
      <dgm:t>
        <a:bodyPr anchor="ctr"/>
        <a:lstStyle/>
        <a:p>
          <a:pPr algn="ctr"/>
          <a:r>
            <a:rPr lang="en-GB" sz="1400" dirty="0">
              <a:latin typeface="Calibri" panose="020F0502020204030204" pitchFamily="34" charset="0"/>
              <a:cs typeface="Calibri" panose="020F0502020204030204" pitchFamily="34" charset="0"/>
            </a:rPr>
            <a:t>Product Detail: SAP doesn’t breakout</a:t>
          </a:r>
        </a:p>
      </dgm:t>
    </dgm:pt>
    <dgm:pt modelId="{5E2DD905-A43F-674F-9E6C-67E37F2A2265}" type="parTrans" cxnId="{2789FB62-FAEE-2045-9911-58DDAFA15CA9}">
      <dgm:prSet/>
      <dgm:spPr/>
      <dgm:t>
        <a:bodyPr/>
        <a:lstStyle/>
        <a:p>
          <a:pPr algn="ctr"/>
          <a:endParaRPr lang="en-GB"/>
        </a:p>
      </dgm:t>
    </dgm:pt>
    <dgm:pt modelId="{2E59AA3C-13FF-4E49-AFCD-1D97D9405729}" type="sibTrans" cxnId="{2789FB62-FAEE-2045-9911-58DDAFA15CA9}">
      <dgm:prSet/>
      <dgm:spPr/>
      <dgm:t>
        <a:bodyPr/>
        <a:lstStyle/>
        <a:p>
          <a:pPr algn="ctr"/>
          <a:endParaRPr lang="en-GB"/>
        </a:p>
      </dgm:t>
    </dgm:pt>
    <dgm:pt modelId="{9B21CF2D-BB49-C444-9F8B-0885094F2085}">
      <dgm:prSet phldrT="[Text]" custT="1"/>
      <dgm:spPr>
        <a:noFill/>
      </dgm:spPr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Sufficient for trend analysis</a:t>
          </a:r>
        </a:p>
      </dgm:t>
    </dgm:pt>
    <dgm:pt modelId="{78B07210-E537-3649-B8A5-6F1A3220B8DD}" type="parTrans" cxnId="{571DFA39-5AC3-F64D-B1B7-87DB2EACE36F}">
      <dgm:prSet/>
      <dgm:spPr/>
      <dgm:t>
        <a:bodyPr/>
        <a:lstStyle/>
        <a:p>
          <a:pPr algn="ctr"/>
          <a:endParaRPr lang="en-GB"/>
        </a:p>
      </dgm:t>
    </dgm:pt>
    <dgm:pt modelId="{62F6E43D-0926-6349-A7FF-9533A3E166CB}" type="sibTrans" cxnId="{571DFA39-5AC3-F64D-B1B7-87DB2EACE36F}">
      <dgm:prSet/>
      <dgm:spPr/>
      <dgm:t>
        <a:bodyPr/>
        <a:lstStyle/>
        <a:p>
          <a:pPr algn="ctr"/>
          <a:endParaRPr lang="en-GB"/>
        </a:p>
      </dgm:t>
    </dgm:pt>
    <dgm:pt modelId="{E0D7D54F-3BDA-8A4B-94B7-557C58471FD2}">
      <dgm:prSet phldrT="[Text]" custT="1"/>
      <dgm:spPr/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Insufficient for cyclical patterns</a:t>
          </a:r>
        </a:p>
      </dgm:t>
    </dgm:pt>
    <dgm:pt modelId="{23DF9857-F2D8-BD4B-91DF-96DB4EF44512}" type="parTrans" cxnId="{2A3AB6E4-3BE9-D34B-937F-458857FFCD0B}">
      <dgm:prSet/>
      <dgm:spPr/>
      <dgm:t>
        <a:bodyPr/>
        <a:lstStyle/>
        <a:p>
          <a:endParaRPr lang="en-GB"/>
        </a:p>
      </dgm:t>
    </dgm:pt>
    <dgm:pt modelId="{26C62B17-C79C-8244-A9A1-836520686A73}" type="sibTrans" cxnId="{2A3AB6E4-3BE9-D34B-937F-458857FFCD0B}">
      <dgm:prSet/>
      <dgm:spPr/>
      <dgm:t>
        <a:bodyPr/>
        <a:lstStyle/>
        <a:p>
          <a:endParaRPr lang="en-GB"/>
        </a:p>
      </dgm:t>
    </dgm:pt>
    <dgm:pt modelId="{DE011252-9676-4B4A-8FA8-6127C596778F}">
      <dgm:prSet phldrT="[Text]" custT="1"/>
      <dgm:spPr/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Cannot assess multi-year seasonality</a:t>
          </a:r>
        </a:p>
      </dgm:t>
    </dgm:pt>
    <dgm:pt modelId="{891E45A2-907E-5349-8044-896559E126E9}" type="parTrans" cxnId="{D3A17958-2B4D-1449-BB07-64475F845077}">
      <dgm:prSet/>
      <dgm:spPr/>
      <dgm:t>
        <a:bodyPr/>
        <a:lstStyle/>
        <a:p>
          <a:endParaRPr lang="en-GB"/>
        </a:p>
      </dgm:t>
    </dgm:pt>
    <dgm:pt modelId="{86F76F59-6C32-6248-B809-956240E50B78}" type="sibTrans" cxnId="{D3A17958-2B4D-1449-BB07-64475F845077}">
      <dgm:prSet/>
      <dgm:spPr/>
      <dgm:t>
        <a:bodyPr/>
        <a:lstStyle/>
        <a:p>
          <a:endParaRPr lang="en-GB"/>
        </a:p>
      </dgm:t>
    </dgm:pt>
    <dgm:pt modelId="{361D8411-9D97-AA45-885E-E230E1353DF2}">
      <dgm:prSet phldrT="[Text]" custT="1"/>
      <dgm:spPr>
        <a:solidFill>
          <a:schemeClr val="bg1"/>
        </a:solidFill>
        <a:ln w="12700">
          <a:noFill/>
        </a:ln>
      </dgm:spPr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Individual product revenue (BTP, S/4HANA)</a:t>
          </a:r>
        </a:p>
      </dgm:t>
    </dgm:pt>
    <dgm:pt modelId="{C902EF9D-F39B-7A43-B5AE-43437C1BB919}" type="parTrans" cxnId="{723EC82C-2595-CA4A-94E6-B58C3AF62B6D}">
      <dgm:prSet/>
      <dgm:spPr/>
      <dgm:t>
        <a:bodyPr/>
        <a:lstStyle/>
        <a:p>
          <a:endParaRPr lang="en-GB"/>
        </a:p>
      </dgm:t>
    </dgm:pt>
    <dgm:pt modelId="{10A7FF73-280D-E649-AF45-15F0B1CD2752}" type="sibTrans" cxnId="{723EC82C-2595-CA4A-94E6-B58C3AF62B6D}">
      <dgm:prSet/>
      <dgm:spPr/>
      <dgm:t>
        <a:bodyPr/>
        <a:lstStyle/>
        <a:p>
          <a:endParaRPr lang="en-GB"/>
        </a:p>
      </dgm:t>
    </dgm:pt>
    <dgm:pt modelId="{320AC23E-6891-4F4B-A819-263965D15A89}">
      <dgm:prSet phldrT="[Text]" custT="1"/>
      <dgm:spPr>
        <a:solidFill>
          <a:schemeClr val="bg1"/>
        </a:solidFill>
        <a:ln w="12700">
          <a:noFill/>
        </a:ln>
      </dgm:spPr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Customer cohort data</a:t>
          </a:r>
        </a:p>
      </dgm:t>
    </dgm:pt>
    <dgm:pt modelId="{090F4F9E-3F25-DC47-987B-24536DDAC0C6}" type="parTrans" cxnId="{D14C4249-A712-FD49-8334-4B9F38A8EA95}">
      <dgm:prSet/>
      <dgm:spPr/>
      <dgm:t>
        <a:bodyPr/>
        <a:lstStyle/>
        <a:p>
          <a:endParaRPr lang="en-GB"/>
        </a:p>
      </dgm:t>
    </dgm:pt>
    <dgm:pt modelId="{8B76D0F6-05DE-4D4E-AADF-8010964D0F03}" type="sibTrans" cxnId="{D14C4249-A712-FD49-8334-4B9F38A8EA95}">
      <dgm:prSet/>
      <dgm:spPr/>
      <dgm:t>
        <a:bodyPr/>
        <a:lstStyle/>
        <a:p>
          <a:endParaRPr lang="en-GB"/>
        </a:p>
      </dgm:t>
    </dgm:pt>
    <dgm:pt modelId="{0EDCA5C0-2083-834A-A6F1-06B6D8922B30}">
      <dgm:prSet phldrT="[Text]" custT="1"/>
      <dgm:spPr>
        <a:solidFill>
          <a:schemeClr val="bg1"/>
        </a:solidFill>
        <a:ln w="12700">
          <a:noFill/>
        </a:ln>
      </dgm:spPr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Pricing vs. volume growth</a:t>
          </a:r>
        </a:p>
      </dgm:t>
    </dgm:pt>
    <dgm:pt modelId="{85B20A31-2F41-3E4B-B848-D50DBA80426E}" type="parTrans" cxnId="{D179F95D-7A2C-AA4A-A808-106541D68190}">
      <dgm:prSet/>
      <dgm:spPr/>
      <dgm:t>
        <a:bodyPr/>
        <a:lstStyle/>
        <a:p>
          <a:endParaRPr lang="en-GB"/>
        </a:p>
      </dgm:t>
    </dgm:pt>
    <dgm:pt modelId="{057ECA2B-B92D-2043-8ABC-7CB99D978B85}" type="sibTrans" cxnId="{D179F95D-7A2C-AA4A-A808-106541D68190}">
      <dgm:prSet/>
      <dgm:spPr/>
      <dgm:t>
        <a:bodyPr/>
        <a:lstStyle/>
        <a:p>
          <a:endParaRPr lang="en-GB"/>
        </a:p>
      </dgm:t>
    </dgm:pt>
    <dgm:pt modelId="{1ACC08B1-5815-5745-AC79-91AC54725D72}">
      <dgm:prSet custT="1"/>
      <dgm:spPr>
        <a:solidFill>
          <a:schemeClr val="accent1">
            <a:lumMod val="20000"/>
            <a:lumOff val="80000"/>
          </a:schemeClr>
        </a:solidFill>
        <a:ln w="12700">
          <a:solidFill>
            <a:schemeClr val="tx2">
              <a:lumMod val="90000"/>
              <a:lumOff val="10000"/>
            </a:schemeClr>
          </a:solidFill>
        </a:ln>
      </dgm:spPr>
      <dgm:t>
        <a:bodyPr anchor="ctr"/>
        <a:lstStyle/>
        <a:p>
          <a:pPr algn="ctr"/>
          <a:r>
            <a:rPr lang="en-GB" sz="1400" dirty="0">
              <a:latin typeface="Calibri" panose="020F0502020204030204" pitchFamily="34" charset="0"/>
              <a:cs typeface="Calibri" panose="020F0502020204030204" pitchFamily="34" charset="0"/>
            </a:rPr>
            <a:t>No Estimation: Analysis contains ZERO estimates</a:t>
          </a:r>
        </a:p>
      </dgm:t>
    </dgm:pt>
    <dgm:pt modelId="{C0B6A133-AEDE-144F-910B-9B3FEFBF73B2}" type="parTrans" cxnId="{E09A50F5-5345-074C-BEEC-F4ADCEE99BCF}">
      <dgm:prSet/>
      <dgm:spPr/>
      <dgm:t>
        <a:bodyPr/>
        <a:lstStyle/>
        <a:p>
          <a:endParaRPr lang="en-GB"/>
        </a:p>
      </dgm:t>
    </dgm:pt>
    <dgm:pt modelId="{56AC2127-E7FE-9F41-BFB7-EA552B204017}" type="sibTrans" cxnId="{E09A50F5-5345-074C-BEEC-F4ADCEE99BCF}">
      <dgm:prSet/>
      <dgm:spPr/>
      <dgm:t>
        <a:bodyPr/>
        <a:lstStyle/>
        <a:p>
          <a:endParaRPr lang="en-GB"/>
        </a:p>
      </dgm:t>
    </dgm:pt>
    <dgm:pt modelId="{511832C7-0FDA-354E-A9F1-FEC9F54A3461}">
      <dgm:prSet custT="1"/>
      <dgm:spPr/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 Only uses disclosed figures</a:t>
          </a:r>
        </a:p>
      </dgm:t>
    </dgm:pt>
    <dgm:pt modelId="{6E7CDC3F-AD8B-1744-A845-5EE670E941ED}" type="parTrans" cxnId="{068DB8D3-0677-0148-9288-B2C888D47C98}">
      <dgm:prSet/>
      <dgm:spPr/>
      <dgm:t>
        <a:bodyPr/>
        <a:lstStyle/>
        <a:p>
          <a:endParaRPr lang="en-GB"/>
        </a:p>
      </dgm:t>
    </dgm:pt>
    <dgm:pt modelId="{BAFE36F8-F54A-4F4E-9447-724D9A4F462B}" type="sibTrans" cxnId="{068DB8D3-0677-0148-9288-B2C888D47C98}">
      <dgm:prSet/>
      <dgm:spPr/>
      <dgm:t>
        <a:bodyPr/>
        <a:lstStyle/>
        <a:p>
          <a:endParaRPr lang="en-GB"/>
        </a:p>
      </dgm:t>
    </dgm:pt>
    <dgm:pt modelId="{684AA4B6-BE7A-5940-BF3B-1ECCAF245649}">
      <dgm:prSet custT="1"/>
      <dgm:spPr/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All calculations mathematically derived</a:t>
          </a:r>
        </a:p>
      </dgm:t>
    </dgm:pt>
    <dgm:pt modelId="{4D316E9D-8EFA-7949-ACE5-DFFCC060B1F0}" type="parTrans" cxnId="{C9405C48-DA39-EF4A-897D-9AEEF2701664}">
      <dgm:prSet/>
      <dgm:spPr/>
      <dgm:t>
        <a:bodyPr/>
        <a:lstStyle/>
        <a:p>
          <a:endParaRPr lang="en-GB"/>
        </a:p>
      </dgm:t>
    </dgm:pt>
    <dgm:pt modelId="{07743FD5-239F-7842-85AA-CB6F56AE7073}" type="sibTrans" cxnId="{C9405C48-DA39-EF4A-897D-9AEEF2701664}">
      <dgm:prSet/>
      <dgm:spPr/>
      <dgm:t>
        <a:bodyPr/>
        <a:lstStyle/>
        <a:p>
          <a:endParaRPr lang="en-GB"/>
        </a:p>
      </dgm:t>
    </dgm:pt>
    <dgm:pt modelId="{AEF5F5B4-20B0-3345-9AE7-329C3A2EF7DD}">
      <dgm:prSet custT="1"/>
      <dgm:spPr/>
      <dgm:t>
        <a:bodyPr/>
        <a:lstStyle/>
        <a:p>
          <a:pPr algn="ctr">
            <a:buNone/>
          </a:pPr>
          <a:r>
            <a:rPr lang="en-GB" sz="1200" dirty="0">
              <a:latin typeface="Calibri" panose="020F0502020204030204" pitchFamily="34" charset="0"/>
              <a:cs typeface="Calibri" panose="020F0502020204030204" pitchFamily="34" charset="0"/>
            </a:rPr>
            <a:t>No "guesstimated" market shares</a:t>
          </a:r>
        </a:p>
      </dgm:t>
    </dgm:pt>
    <dgm:pt modelId="{8B0FC308-C87E-1942-A930-F8259F9AB91B}" type="parTrans" cxnId="{64379D3D-39E0-C44A-B205-6296BF8685E4}">
      <dgm:prSet/>
      <dgm:spPr/>
      <dgm:t>
        <a:bodyPr/>
        <a:lstStyle/>
        <a:p>
          <a:endParaRPr lang="en-GB"/>
        </a:p>
      </dgm:t>
    </dgm:pt>
    <dgm:pt modelId="{A8BE8B02-81B0-7846-AD61-FE39AB36999E}" type="sibTrans" cxnId="{64379D3D-39E0-C44A-B205-6296BF8685E4}">
      <dgm:prSet/>
      <dgm:spPr/>
      <dgm:t>
        <a:bodyPr/>
        <a:lstStyle/>
        <a:p>
          <a:endParaRPr lang="en-GB"/>
        </a:p>
      </dgm:t>
    </dgm:pt>
    <dgm:pt modelId="{5BAE3A7E-E4B5-3548-B6E5-B517FDAEDA6B}" type="pres">
      <dgm:prSet presAssocID="{625F697A-5964-1E43-A69C-D187039ED416}" presName="vert0" presStyleCnt="0">
        <dgm:presLayoutVars>
          <dgm:dir/>
          <dgm:animOne val="branch"/>
          <dgm:animLvl val="lvl"/>
        </dgm:presLayoutVars>
      </dgm:prSet>
      <dgm:spPr/>
    </dgm:pt>
    <dgm:pt modelId="{75E81153-86B9-2B41-A115-1CEA758A167D}" type="pres">
      <dgm:prSet presAssocID="{D7AA546F-F334-3840-8896-E8B060CE675D}" presName="thickLine" presStyleLbl="alignNode1" presStyleIdx="0" presStyleCnt="1"/>
      <dgm:spPr/>
    </dgm:pt>
    <dgm:pt modelId="{8422ED73-A644-A24C-9F74-3D536BEBF909}" type="pres">
      <dgm:prSet presAssocID="{D7AA546F-F334-3840-8896-E8B060CE675D}" presName="horz1" presStyleCnt="0"/>
      <dgm:spPr/>
    </dgm:pt>
    <dgm:pt modelId="{FA37C295-4194-CB41-BE9D-851DB71859CD}" type="pres">
      <dgm:prSet presAssocID="{D7AA546F-F334-3840-8896-E8B060CE675D}" presName="tx1" presStyleLbl="revTx" presStyleIdx="0" presStyleCnt="13"/>
      <dgm:spPr/>
    </dgm:pt>
    <dgm:pt modelId="{9F147B39-F042-5443-9738-01E130C083FC}" type="pres">
      <dgm:prSet presAssocID="{D7AA546F-F334-3840-8896-E8B060CE675D}" presName="vert1" presStyleCnt="0"/>
      <dgm:spPr/>
    </dgm:pt>
    <dgm:pt modelId="{07D79955-4DEF-6F4A-A7C9-A05C6B0012F9}" type="pres">
      <dgm:prSet presAssocID="{BEB670F4-3BE9-8F40-BDD3-692D04FA68F2}" presName="vertSpace2a" presStyleCnt="0"/>
      <dgm:spPr/>
    </dgm:pt>
    <dgm:pt modelId="{CAEE24C4-7C73-D64B-8C5D-4EF2CBB8C4C4}" type="pres">
      <dgm:prSet presAssocID="{BEB670F4-3BE9-8F40-BDD3-692D04FA68F2}" presName="horz2" presStyleCnt="0"/>
      <dgm:spPr/>
    </dgm:pt>
    <dgm:pt modelId="{C40EDF79-D0B4-044B-A5B3-ACA77C40A989}" type="pres">
      <dgm:prSet presAssocID="{BEB670F4-3BE9-8F40-BDD3-692D04FA68F2}" presName="horzSpace2" presStyleCnt="0"/>
      <dgm:spPr/>
    </dgm:pt>
    <dgm:pt modelId="{0548C879-9438-A443-B3F4-897952D64C9E}" type="pres">
      <dgm:prSet presAssocID="{BEB670F4-3BE9-8F40-BDD3-692D04FA68F2}" presName="tx2" presStyleLbl="revTx" presStyleIdx="1" presStyleCnt="13"/>
      <dgm:spPr/>
    </dgm:pt>
    <dgm:pt modelId="{EFD4F671-852C-F64E-B3C4-DF5611E672B6}" type="pres">
      <dgm:prSet presAssocID="{BEB670F4-3BE9-8F40-BDD3-692D04FA68F2}" presName="vert2" presStyleCnt="0"/>
      <dgm:spPr/>
    </dgm:pt>
    <dgm:pt modelId="{46EF8CBB-16BF-6A44-94A7-83B5CB15F47E}" type="pres">
      <dgm:prSet presAssocID="{9B21CF2D-BB49-C444-9F8B-0885094F2085}" presName="horz3" presStyleCnt="0"/>
      <dgm:spPr/>
    </dgm:pt>
    <dgm:pt modelId="{CF4D2020-701E-DB4F-B996-E9E3BA499358}" type="pres">
      <dgm:prSet presAssocID="{9B21CF2D-BB49-C444-9F8B-0885094F2085}" presName="horzSpace3" presStyleCnt="0"/>
      <dgm:spPr/>
    </dgm:pt>
    <dgm:pt modelId="{D46D3285-5DBC-A641-B830-4DE0442F1D4F}" type="pres">
      <dgm:prSet presAssocID="{9B21CF2D-BB49-C444-9F8B-0885094F2085}" presName="tx3" presStyleLbl="revTx" presStyleIdx="2" presStyleCnt="13"/>
      <dgm:spPr/>
    </dgm:pt>
    <dgm:pt modelId="{6413EF2A-0D5D-C14A-B9A4-949007686B8A}" type="pres">
      <dgm:prSet presAssocID="{9B21CF2D-BB49-C444-9F8B-0885094F2085}" presName="vert3" presStyleCnt="0"/>
      <dgm:spPr/>
    </dgm:pt>
    <dgm:pt modelId="{C298FB84-D8CC-754A-B8E4-34C762A61B53}" type="pres">
      <dgm:prSet presAssocID="{62F6E43D-0926-6349-A7FF-9533A3E166CB}" presName="thinLine3" presStyleLbl="callout" presStyleIdx="0" presStyleCnt="9"/>
      <dgm:spPr/>
    </dgm:pt>
    <dgm:pt modelId="{F4B7542D-BD21-9D45-A256-817ED55A7170}" type="pres">
      <dgm:prSet presAssocID="{E0D7D54F-3BDA-8A4B-94B7-557C58471FD2}" presName="horz3" presStyleCnt="0"/>
      <dgm:spPr/>
    </dgm:pt>
    <dgm:pt modelId="{84F65293-CFF2-5947-8A8A-0C6EDFE74040}" type="pres">
      <dgm:prSet presAssocID="{E0D7D54F-3BDA-8A4B-94B7-557C58471FD2}" presName="horzSpace3" presStyleCnt="0"/>
      <dgm:spPr/>
    </dgm:pt>
    <dgm:pt modelId="{CBA06700-C04A-484C-A8FC-B2AC011F6067}" type="pres">
      <dgm:prSet presAssocID="{E0D7D54F-3BDA-8A4B-94B7-557C58471FD2}" presName="tx3" presStyleLbl="revTx" presStyleIdx="3" presStyleCnt="13"/>
      <dgm:spPr/>
    </dgm:pt>
    <dgm:pt modelId="{D75FAD44-4FFB-A74B-9477-756EF86E09D0}" type="pres">
      <dgm:prSet presAssocID="{E0D7D54F-3BDA-8A4B-94B7-557C58471FD2}" presName="vert3" presStyleCnt="0"/>
      <dgm:spPr/>
    </dgm:pt>
    <dgm:pt modelId="{D1435684-3545-BB43-B6AC-D17B2AEF2563}" type="pres">
      <dgm:prSet presAssocID="{26C62B17-C79C-8244-A9A1-836520686A73}" presName="thinLine3" presStyleLbl="callout" presStyleIdx="1" presStyleCnt="9"/>
      <dgm:spPr/>
    </dgm:pt>
    <dgm:pt modelId="{8B239990-9636-A646-9649-B5CFCBB17F60}" type="pres">
      <dgm:prSet presAssocID="{DE011252-9676-4B4A-8FA8-6127C596778F}" presName="horz3" presStyleCnt="0"/>
      <dgm:spPr/>
    </dgm:pt>
    <dgm:pt modelId="{5F120B56-AA2E-5746-8065-65A4F9398036}" type="pres">
      <dgm:prSet presAssocID="{DE011252-9676-4B4A-8FA8-6127C596778F}" presName="horzSpace3" presStyleCnt="0"/>
      <dgm:spPr/>
    </dgm:pt>
    <dgm:pt modelId="{650999E5-F69D-F941-9246-D01A33E4C7EE}" type="pres">
      <dgm:prSet presAssocID="{DE011252-9676-4B4A-8FA8-6127C596778F}" presName="tx3" presStyleLbl="revTx" presStyleIdx="4" presStyleCnt="13"/>
      <dgm:spPr/>
    </dgm:pt>
    <dgm:pt modelId="{6C60ABCE-764C-E54A-892F-02A89D0155D9}" type="pres">
      <dgm:prSet presAssocID="{DE011252-9676-4B4A-8FA8-6127C596778F}" presName="vert3" presStyleCnt="0"/>
      <dgm:spPr/>
    </dgm:pt>
    <dgm:pt modelId="{F042CBBC-EE0E-2444-9C21-9D0BDADA81AE}" type="pres">
      <dgm:prSet presAssocID="{BEB670F4-3BE9-8F40-BDD3-692D04FA68F2}" presName="thinLine2b" presStyleLbl="callout" presStyleIdx="2" presStyleCnt="9"/>
      <dgm:spPr/>
    </dgm:pt>
    <dgm:pt modelId="{0DA1A6DE-AAF2-EA44-BC16-26C5404FAAAF}" type="pres">
      <dgm:prSet presAssocID="{BEB670F4-3BE9-8F40-BDD3-692D04FA68F2}" presName="vertSpace2b" presStyleCnt="0"/>
      <dgm:spPr/>
    </dgm:pt>
    <dgm:pt modelId="{7D0D755F-FC00-904D-B19C-5699A348E7AB}" type="pres">
      <dgm:prSet presAssocID="{279F2514-3F87-A547-84C0-992AAB4BDCA9}" presName="horz2" presStyleCnt="0"/>
      <dgm:spPr/>
    </dgm:pt>
    <dgm:pt modelId="{8C62FE8F-89D5-9444-A39C-C8768264EDCE}" type="pres">
      <dgm:prSet presAssocID="{279F2514-3F87-A547-84C0-992AAB4BDCA9}" presName="horzSpace2" presStyleCnt="0"/>
      <dgm:spPr/>
    </dgm:pt>
    <dgm:pt modelId="{7EE13022-B173-6D45-9C74-367188F2E1E7}" type="pres">
      <dgm:prSet presAssocID="{279F2514-3F87-A547-84C0-992AAB4BDCA9}" presName="tx2" presStyleLbl="revTx" presStyleIdx="5" presStyleCnt="13"/>
      <dgm:spPr/>
    </dgm:pt>
    <dgm:pt modelId="{A070D30C-FBE3-BA40-98BA-D6FB8F44CACA}" type="pres">
      <dgm:prSet presAssocID="{279F2514-3F87-A547-84C0-992AAB4BDCA9}" presName="vert2" presStyleCnt="0"/>
      <dgm:spPr/>
    </dgm:pt>
    <dgm:pt modelId="{E11DEECE-98FC-BA4D-AF2C-4FCC12686E9F}" type="pres">
      <dgm:prSet presAssocID="{361D8411-9D97-AA45-885E-E230E1353DF2}" presName="horz3" presStyleCnt="0"/>
      <dgm:spPr/>
    </dgm:pt>
    <dgm:pt modelId="{F3571C1C-5378-C148-A6BA-75F34DF5F698}" type="pres">
      <dgm:prSet presAssocID="{361D8411-9D97-AA45-885E-E230E1353DF2}" presName="horzSpace3" presStyleCnt="0"/>
      <dgm:spPr/>
    </dgm:pt>
    <dgm:pt modelId="{DBE5A5BA-5AD5-4845-8087-D4F87495EAA1}" type="pres">
      <dgm:prSet presAssocID="{361D8411-9D97-AA45-885E-E230E1353DF2}" presName="tx3" presStyleLbl="revTx" presStyleIdx="6" presStyleCnt="13"/>
      <dgm:spPr/>
    </dgm:pt>
    <dgm:pt modelId="{F1699F88-C3F5-2341-B1F9-BB270E08118C}" type="pres">
      <dgm:prSet presAssocID="{361D8411-9D97-AA45-885E-E230E1353DF2}" presName="vert3" presStyleCnt="0"/>
      <dgm:spPr/>
    </dgm:pt>
    <dgm:pt modelId="{575E37F8-2FAE-094A-ABBE-483BA721068B}" type="pres">
      <dgm:prSet presAssocID="{10A7FF73-280D-E649-AF45-15F0B1CD2752}" presName="thinLine3" presStyleLbl="callout" presStyleIdx="3" presStyleCnt="9"/>
      <dgm:spPr/>
    </dgm:pt>
    <dgm:pt modelId="{A3D7B2C5-9F86-A642-9F92-5DD5318C4FC7}" type="pres">
      <dgm:prSet presAssocID="{320AC23E-6891-4F4B-A819-263965D15A89}" presName="horz3" presStyleCnt="0"/>
      <dgm:spPr/>
    </dgm:pt>
    <dgm:pt modelId="{C97152E8-B265-B641-90E4-22B6AC97086C}" type="pres">
      <dgm:prSet presAssocID="{320AC23E-6891-4F4B-A819-263965D15A89}" presName="horzSpace3" presStyleCnt="0"/>
      <dgm:spPr/>
    </dgm:pt>
    <dgm:pt modelId="{510D5365-FAAE-DE43-BB95-34C472E5AA16}" type="pres">
      <dgm:prSet presAssocID="{320AC23E-6891-4F4B-A819-263965D15A89}" presName="tx3" presStyleLbl="revTx" presStyleIdx="7" presStyleCnt="13"/>
      <dgm:spPr/>
    </dgm:pt>
    <dgm:pt modelId="{5D748623-1083-504C-9C7F-CB665EE050A8}" type="pres">
      <dgm:prSet presAssocID="{320AC23E-6891-4F4B-A819-263965D15A89}" presName="vert3" presStyleCnt="0"/>
      <dgm:spPr/>
    </dgm:pt>
    <dgm:pt modelId="{AAA91E3A-2378-1C4E-94DB-D67D63837461}" type="pres">
      <dgm:prSet presAssocID="{8B76D0F6-05DE-4D4E-AADF-8010964D0F03}" presName="thinLine3" presStyleLbl="callout" presStyleIdx="4" presStyleCnt="9"/>
      <dgm:spPr/>
    </dgm:pt>
    <dgm:pt modelId="{0EC11C2C-62C4-6F4B-851D-DAE0A7804822}" type="pres">
      <dgm:prSet presAssocID="{0EDCA5C0-2083-834A-A6F1-06B6D8922B30}" presName="horz3" presStyleCnt="0"/>
      <dgm:spPr/>
    </dgm:pt>
    <dgm:pt modelId="{FE07C174-8D47-6945-AF5F-BC5E4E4EBF76}" type="pres">
      <dgm:prSet presAssocID="{0EDCA5C0-2083-834A-A6F1-06B6D8922B30}" presName="horzSpace3" presStyleCnt="0"/>
      <dgm:spPr/>
    </dgm:pt>
    <dgm:pt modelId="{F7A7673F-873F-9B4B-BD1E-030104343226}" type="pres">
      <dgm:prSet presAssocID="{0EDCA5C0-2083-834A-A6F1-06B6D8922B30}" presName="tx3" presStyleLbl="revTx" presStyleIdx="8" presStyleCnt="13"/>
      <dgm:spPr/>
    </dgm:pt>
    <dgm:pt modelId="{ED6E76AD-D326-684D-9B9F-8A82170CB0BA}" type="pres">
      <dgm:prSet presAssocID="{0EDCA5C0-2083-834A-A6F1-06B6D8922B30}" presName="vert3" presStyleCnt="0"/>
      <dgm:spPr/>
    </dgm:pt>
    <dgm:pt modelId="{7FCCF94F-7907-4E4C-8519-B71313FA4447}" type="pres">
      <dgm:prSet presAssocID="{279F2514-3F87-A547-84C0-992AAB4BDCA9}" presName="thinLine2b" presStyleLbl="callout" presStyleIdx="5" presStyleCnt="9"/>
      <dgm:spPr/>
    </dgm:pt>
    <dgm:pt modelId="{5FE71FB5-09B7-AB45-8A08-3D994DF7874A}" type="pres">
      <dgm:prSet presAssocID="{279F2514-3F87-A547-84C0-992AAB4BDCA9}" presName="vertSpace2b" presStyleCnt="0"/>
      <dgm:spPr/>
    </dgm:pt>
    <dgm:pt modelId="{20585EE6-DAD8-B34E-A33E-14F14C6394F9}" type="pres">
      <dgm:prSet presAssocID="{1ACC08B1-5815-5745-AC79-91AC54725D72}" presName="horz2" presStyleCnt="0"/>
      <dgm:spPr/>
    </dgm:pt>
    <dgm:pt modelId="{241B40C3-9343-684E-B5D5-0818E2055F72}" type="pres">
      <dgm:prSet presAssocID="{1ACC08B1-5815-5745-AC79-91AC54725D72}" presName="horzSpace2" presStyleCnt="0"/>
      <dgm:spPr/>
    </dgm:pt>
    <dgm:pt modelId="{C1F3CEE0-A96F-C74E-BD47-F3EF33793CC7}" type="pres">
      <dgm:prSet presAssocID="{1ACC08B1-5815-5745-AC79-91AC54725D72}" presName="tx2" presStyleLbl="revTx" presStyleIdx="9" presStyleCnt="13"/>
      <dgm:spPr/>
    </dgm:pt>
    <dgm:pt modelId="{8652DAF6-43AD-A846-9EF1-D220830C8EC6}" type="pres">
      <dgm:prSet presAssocID="{1ACC08B1-5815-5745-AC79-91AC54725D72}" presName="vert2" presStyleCnt="0"/>
      <dgm:spPr/>
    </dgm:pt>
    <dgm:pt modelId="{261CA3FE-7132-0E40-AD4A-CF9FAAF5E651}" type="pres">
      <dgm:prSet presAssocID="{511832C7-0FDA-354E-A9F1-FEC9F54A3461}" presName="horz3" presStyleCnt="0"/>
      <dgm:spPr/>
    </dgm:pt>
    <dgm:pt modelId="{EC56DC4D-E226-1C42-BAF3-2B3CF0B81369}" type="pres">
      <dgm:prSet presAssocID="{511832C7-0FDA-354E-A9F1-FEC9F54A3461}" presName="horzSpace3" presStyleCnt="0"/>
      <dgm:spPr/>
    </dgm:pt>
    <dgm:pt modelId="{6F66E6B3-AA22-D84A-AEFD-7680C267BB0A}" type="pres">
      <dgm:prSet presAssocID="{511832C7-0FDA-354E-A9F1-FEC9F54A3461}" presName="tx3" presStyleLbl="revTx" presStyleIdx="10" presStyleCnt="13"/>
      <dgm:spPr/>
    </dgm:pt>
    <dgm:pt modelId="{98DF7BE1-09E7-7E4B-ABE3-59AF39FA7483}" type="pres">
      <dgm:prSet presAssocID="{511832C7-0FDA-354E-A9F1-FEC9F54A3461}" presName="vert3" presStyleCnt="0"/>
      <dgm:spPr/>
    </dgm:pt>
    <dgm:pt modelId="{8C53DC8E-B221-7541-91D1-DEEA4B92544C}" type="pres">
      <dgm:prSet presAssocID="{BAFE36F8-F54A-4F4E-9447-724D9A4F462B}" presName="thinLine3" presStyleLbl="callout" presStyleIdx="6" presStyleCnt="9"/>
      <dgm:spPr/>
    </dgm:pt>
    <dgm:pt modelId="{1F753960-852E-2146-BD01-3DFF5916BAB9}" type="pres">
      <dgm:prSet presAssocID="{684AA4B6-BE7A-5940-BF3B-1ECCAF245649}" presName="horz3" presStyleCnt="0"/>
      <dgm:spPr/>
    </dgm:pt>
    <dgm:pt modelId="{E2FC4BBE-DB79-1E46-8C4F-647AFF29429F}" type="pres">
      <dgm:prSet presAssocID="{684AA4B6-BE7A-5940-BF3B-1ECCAF245649}" presName="horzSpace3" presStyleCnt="0"/>
      <dgm:spPr/>
    </dgm:pt>
    <dgm:pt modelId="{FAC5FA37-7DD8-5A4E-A858-152A72C138FF}" type="pres">
      <dgm:prSet presAssocID="{684AA4B6-BE7A-5940-BF3B-1ECCAF245649}" presName="tx3" presStyleLbl="revTx" presStyleIdx="11" presStyleCnt="13"/>
      <dgm:spPr/>
    </dgm:pt>
    <dgm:pt modelId="{BB1B87F1-DC1A-D440-A4EC-E8BD4793290B}" type="pres">
      <dgm:prSet presAssocID="{684AA4B6-BE7A-5940-BF3B-1ECCAF245649}" presName="vert3" presStyleCnt="0"/>
      <dgm:spPr/>
    </dgm:pt>
    <dgm:pt modelId="{3F1445E0-C219-D54F-8348-010E69C778C3}" type="pres">
      <dgm:prSet presAssocID="{07743FD5-239F-7842-85AA-CB6F56AE7073}" presName="thinLine3" presStyleLbl="callout" presStyleIdx="7" presStyleCnt="9"/>
      <dgm:spPr/>
    </dgm:pt>
    <dgm:pt modelId="{62CFD7D9-D9D3-7D4A-8E2E-DE4A62419733}" type="pres">
      <dgm:prSet presAssocID="{AEF5F5B4-20B0-3345-9AE7-329C3A2EF7DD}" presName="horz3" presStyleCnt="0"/>
      <dgm:spPr/>
    </dgm:pt>
    <dgm:pt modelId="{9C5B129D-D1E5-814F-9B3A-BE56A1EDAAC5}" type="pres">
      <dgm:prSet presAssocID="{AEF5F5B4-20B0-3345-9AE7-329C3A2EF7DD}" presName="horzSpace3" presStyleCnt="0"/>
      <dgm:spPr/>
    </dgm:pt>
    <dgm:pt modelId="{165D5A65-369A-424D-829A-54876106CF81}" type="pres">
      <dgm:prSet presAssocID="{AEF5F5B4-20B0-3345-9AE7-329C3A2EF7DD}" presName="tx3" presStyleLbl="revTx" presStyleIdx="12" presStyleCnt="13"/>
      <dgm:spPr/>
    </dgm:pt>
    <dgm:pt modelId="{EA230713-6F3E-924A-BD8D-9E78B9C114B4}" type="pres">
      <dgm:prSet presAssocID="{AEF5F5B4-20B0-3345-9AE7-329C3A2EF7DD}" presName="vert3" presStyleCnt="0"/>
      <dgm:spPr/>
    </dgm:pt>
    <dgm:pt modelId="{53F5BD10-C284-0A47-B63C-0ED566FF5032}" type="pres">
      <dgm:prSet presAssocID="{1ACC08B1-5815-5745-AC79-91AC54725D72}" presName="thinLine2b" presStyleLbl="callout" presStyleIdx="8" presStyleCnt="9"/>
      <dgm:spPr/>
    </dgm:pt>
    <dgm:pt modelId="{B51C6F2D-1302-D648-A9ED-E07AE20271C3}" type="pres">
      <dgm:prSet presAssocID="{1ACC08B1-5815-5745-AC79-91AC54725D72}" presName="vertSpace2b" presStyleCnt="0"/>
      <dgm:spPr/>
    </dgm:pt>
  </dgm:ptLst>
  <dgm:cxnLst>
    <dgm:cxn modelId="{D10A4C08-F79B-DA44-BEA0-BE2D9F9A9F59}" srcId="{D7AA546F-F334-3840-8896-E8B060CE675D}" destId="{BEB670F4-3BE9-8F40-BDD3-692D04FA68F2}" srcOrd="0" destOrd="0" parTransId="{ACEC9D56-17C1-C547-BECC-2060BFD441C7}" sibTransId="{95DFF551-B0FC-5D49-8D40-E3E43FF9638B}"/>
    <dgm:cxn modelId="{4D25470F-AB91-F540-8304-1726F76C6186}" type="presOf" srcId="{DE011252-9676-4B4A-8FA8-6127C596778F}" destId="{650999E5-F69D-F941-9246-D01A33E4C7EE}" srcOrd="0" destOrd="0" presId="urn:microsoft.com/office/officeart/2008/layout/LinedList"/>
    <dgm:cxn modelId="{A16DED1C-8C17-A04C-AE5F-C4D466AFABAE}" type="presOf" srcId="{AEF5F5B4-20B0-3345-9AE7-329C3A2EF7DD}" destId="{165D5A65-369A-424D-829A-54876106CF81}" srcOrd="0" destOrd="0" presId="urn:microsoft.com/office/officeart/2008/layout/LinedList"/>
    <dgm:cxn modelId="{02263522-7BDE-DA40-9B4A-A1A07B2A1407}" type="presOf" srcId="{D7AA546F-F334-3840-8896-E8B060CE675D}" destId="{FA37C295-4194-CB41-BE9D-851DB71859CD}" srcOrd="0" destOrd="0" presId="urn:microsoft.com/office/officeart/2008/layout/LinedList"/>
    <dgm:cxn modelId="{723EC82C-2595-CA4A-94E6-B58C3AF62B6D}" srcId="{279F2514-3F87-A547-84C0-992AAB4BDCA9}" destId="{361D8411-9D97-AA45-885E-E230E1353DF2}" srcOrd="0" destOrd="0" parTransId="{C902EF9D-F39B-7A43-B5AE-43437C1BB919}" sibTransId="{10A7FF73-280D-E649-AF45-15F0B1CD2752}"/>
    <dgm:cxn modelId="{FC1EF92D-A4B8-CF4B-9F33-3E421954EAD9}" type="presOf" srcId="{511832C7-0FDA-354E-A9F1-FEC9F54A3461}" destId="{6F66E6B3-AA22-D84A-AEFD-7680C267BB0A}" srcOrd="0" destOrd="0" presId="urn:microsoft.com/office/officeart/2008/layout/LinedList"/>
    <dgm:cxn modelId="{71CD8333-EB8F-4F40-818A-B5ED9DAF64C8}" type="presOf" srcId="{0EDCA5C0-2083-834A-A6F1-06B6D8922B30}" destId="{F7A7673F-873F-9B4B-BD1E-030104343226}" srcOrd="0" destOrd="0" presId="urn:microsoft.com/office/officeart/2008/layout/LinedList"/>
    <dgm:cxn modelId="{571DFA39-5AC3-F64D-B1B7-87DB2EACE36F}" srcId="{BEB670F4-3BE9-8F40-BDD3-692D04FA68F2}" destId="{9B21CF2D-BB49-C444-9F8B-0885094F2085}" srcOrd="0" destOrd="0" parTransId="{78B07210-E537-3649-B8A5-6F1A3220B8DD}" sibTransId="{62F6E43D-0926-6349-A7FF-9533A3E166CB}"/>
    <dgm:cxn modelId="{64379D3D-39E0-C44A-B205-6296BF8685E4}" srcId="{1ACC08B1-5815-5745-AC79-91AC54725D72}" destId="{AEF5F5B4-20B0-3345-9AE7-329C3A2EF7DD}" srcOrd="2" destOrd="0" parTransId="{8B0FC308-C87E-1942-A930-F8259F9AB91B}" sibTransId="{A8BE8B02-81B0-7846-AD61-FE39AB36999E}"/>
    <dgm:cxn modelId="{C9405C48-DA39-EF4A-897D-9AEEF2701664}" srcId="{1ACC08B1-5815-5745-AC79-91AC54725D72}" destId="{684AA4B6-BE7A-5940-BF3B-1ECCAF245649}" srcOrd="1" destOrd="0" parTransId="{4D316E9D-8EFA-7949-ACE5-DFFCC060B1F0}" sibTransId="{07743FD5-239F-7842-85AA-CB6F56AE7073}"/>
    <dgm:cxn modelId="{D14C4249-A712-FD49-8334-4B9F38A8EA95}" srcId="{279F2514-3F87-A547-84C0-992AAB4BDCA9}" destId="{320AC23E-6891-4F4B-A819-263965D15A89}" srcOrd="1" destOrd="0" parTransId="{090F4F9E-3F25-DC47-987B-24536DDAC0C6}" sibTransId="{8B76D0F6-05DE-4D4E-AADF-8010964D0F03}"/>
    <dgm:cxn modelId="{5F334F50-27F4-604C-8DD8-8738797AF425}" type="presOf" srcId="{9B21CF2D-BB49-C444-9F8B-0885094F2085}" destId="{D46D3285-5DBC-A641-B830-4DE0442F1D4F}" srcOrd="0" destOrd="0" presId="urn:microsoft.com/office/officeart/2008/layout/LinedList"/>
    <dgm:cxn modelId="{D3A17958-2B4D-1449-BB07-64475F845077}" srcId="{BEB670F4-3BE9-8F40-BDD3-692D04FA68F2}" destId="{DE011252-9676-4B4A-8FA8-6127C596778F}" srcOrd="2" destOrd="0" parTransId="{891E45A2-907E-5349-8044-896559E126E9}" sibTransId="{86F76F59-6C32-6248-B809-956240E50B78}"/>
    <dgm:cxn modelId="{D179F95D-7A2C-AA4A-A808-106541D68190}" srcId="{279F2514-3F87-A547-84C0-992AAB4BDCA9}" destId="{0EDCA5C0-2083-834A-A6F1-06B6D8922B30}" srcOrd="2" destOrd="0" parTransId="{85B20A31-2F41-3E4B-B848-D50DBA80426E}" sibTransId="{057ECA2B-B92D-2043-8ABC-7CB99D978B85}"/>
    <dgm:cxn modelId="{2789FB62-FAEE-2045-9911-58DDAFA15CA9}" srcId="{D7AA546F-F334-3840-8896-E8B060CE675D}" destId="{279F2514-3F87-A547-84C0-992AAB4BDCA9}" srcOrd="1" destOrd="0" parTransId="{5E2DD905-A43F-674F-9E6C-67E37F2A2265}" sibTransId="{2E59AA3C-13FF-4E49-AFCD-1D97D9405729}"/>
    <dgm:cxn modelId="{5244DA64-3D46-4D45-B10E-7C1143BF6118}" type="presOf" srcId="{1ACC08B1-5815-5745-AC79-91AC54725D72}" destId="{C1F3CEE0-A96F-C74E-BD47-F3EF33793CC7}" srcOrd="0" destOrd="0" presId="urn:microsoft.com/office/officeart/2008/layout/LinedList"/>
    <dgm:cxn modelId="{9D956D67-5EC7-6A4A-A187-0D02819C2988}" srcId="{625F697A-5964-1E43-A69C-D187039ED416}" destId="{D7AA546F-F334-3840-8896-E8B060CE675D}" srcOrd="0" destOrd="0" parTransId="{4FC4435C-CFBA-3440-BCA0-ABD9CB5C9E9C}" sibTransId="{CD920960-258F-DB42-92C4-A9E11108DD45}"/>
    <dgm:cxn modelId="{F7A0B295-CCE3-EF4F-9FF0-196C0A9D3452}" type="presOf" srcId="{BEB670F4-3BE9-8F40-BDD3-692D04FA68F2}" destId="{0548C879-9438-A443-B3F4-897952D64C9E}" srcOrd="0" destOrd="0" presId="urn:microsoft.com/office/officeart/2008/layout/LinedList"/>
    <dgm:cxn modelId="{8B2D9597-29A7-D34D-898E-C7D853A72071}" type="presOf" srcId="{625F697A-5964-1E43-A69C-D187039ED416}" destId="{5BAE3A7E-E4B5-3548-B6E5-B517FDAEDA6B}" srcOrd="0" destOrd="0" presId="urn:microsoft.com/office/officeart/2008/layout/LinedList"/>
    <dgm:cxn modelId="{0207D599-EF5A-6849-938C-B59CF6E079F0}" type="presOf" srcId="{320AC23E-6891-4F4B-A819-263965D15A89}" destId="{510D5365-FAAE-DE43-BB95-34C472E5AA16}" srcOrd="0" destOrd="0" presId="urn:microsoft.com/office/officeart/2008/layout/LinedList"/>
    <dgm:cxn modelId="{BE0624B3-BBF2-614C-8959-383E26D3D237}" type="presOf" srcId="{684AA4B6-BE7A-5940-BF3B-1ECCAF245649}" destId="{FAC5FA37-7DD8-5A4E-A858-152A72C138FF}" srcOrd="0" destOrd="0" presId="urn:microsoft.com/office/officeart/2008/layout/LinedList"/>
    <dgm:cxn modelId="{198798C2-5B30-7B49-AEE5-74372A804630}" type="presOf" srcId="{E0D7D54F-3BDA-8A4B-94B7-557C58471FD2}" destId="{CBA06700-C04A-484C-A8FC-B2AC011F6067}" srcOrd="0" destOrd="0" presId="urn:microsoft.com/office/officeart/2008/layout/LinedList"/>
    <dgm:cxn modelId="{068DB8D3-0677-0148-9288-B2C888D47C98}" srcId="{1ACC08B1-5815-5745-AC79-91AC54725D72}" destId="{511832C7-0FDA-354E-A9F1-FEC9F54A3461}" srcOrd="0" destOrd="0" parTransId="{6E7CDC3F-AD8B-1744-A845-5EE670E941ED}" sibTransId="{BAFE36F8-F54A-4F4E-9447-724D9A4F462B}"/>
    <dgm:cxn modelId="{2A3AB6E4-3BE9-D34B-937F-458857FFCD0B}" srcId="{BEB670F4-3BE9-8F40-BDD3-692D04FA68F2}" destId="{E0D7D54F-3BDA-8A4B-94B7-557C58471FD2}" srcOrd="1" destOrd="0" parTransId="{23DF9857-F2D8-BD4B-91DF-96DB4EF44512}" sibTransId="{26C62B17-C79C-8244-A9A1-836520686A73}"/>
    <dgm:cxn modelId="{E09A50F5-5345-074C-BEEC-F4ADCEE99BCF}" srcId="{D7AA546F-F334-3840-8896-E8B060CE675D}" destId="{1ACC08B1-5815-5745-AC79-91AC54725D72}" srcOrd="2" destOrd="0" parTransId="{C0B6A133-AEDE-144F-910B-9B3FEFBF73B2}" sibTransId="{56AC2127-E7FE-9F41-BFB7-EA552B204017}"/>
    <dgm:cxn modelId="{BC0419F9-A33E-3149-A75D-7C4A977750E9}" type="presOf" srcId="{361D8411-9D97-AA45-885E-E230E1353DF2}" destId="{DBE5A5BA-5AD5-4845-8087-D4F87495EAA1}" srcOrd="0" destOrd="0" presId="urn:microsoft.com/office/officeart/2008/layout/LinedList"/>
    <dgm:cxn modelId="{943157FF-AAD9-F74C-AF97-A5262B98EA71}" type="presOf" srcId="{279F2514-3F87-A547-84C0-992AAB4BDCA9}" destId="{7EE13022-B173-6D45-9C74-367188F2E1E7}" srcOrd="0" destOrd="0" presId="urn:microsoft.com/office/officeart/2008/layout/LinedList"/>
    <dgm:cxn modelId="{D60DA1EE-29D4-7944-B325-E12230D5DAAF}" type="presParOf" srcId="{5BAE3A7E-E4B5-3548-B6E5-B517FDAEDA6B}" destId="{75E81153-86B9-2B41-A115-1CEA758A167D}" srcOrd="0" destOrd="0" presId="urn:microsoft.com/office/officeart/2008/layout/LinedList"/>
    <dgm:cxn modelId="{8415B861-3D9E-BB43-9397-B4A5A16615EF}" type="presParOf" srcId="{5BAE3A7E-E4B5-3548-B6E5-B517FDAEDA6B}" destId="{8422ED73-A644-A24C-9F74-3D536BEBF909}" srcOrd="1" destOrd="0" presId="urn:microsoft.com/office/officeart/2008/layout/LinedList"/>
    <dgm:cxn modelId="{69FC99FE-F620-584B-B511-74D6A74DEAE2}" type="presParOf" srcId="{8422ED73-A644-A24C-9F74-3D536BEBF909}" destId="{FA37C295-4194-CB41-BE9D-851DB71859CD}" srcOrd="0" destOrd="0" presId="urn:microsoft.com/office/officeart/2008/layout/LinedList"/>
    <dgm:cxn modelId="{B482C064-DECB-8843-8E97-20772C2794B7}" type="presParOf" srcId="{8422ED73-A644-A24C-9F74-3D536BEBF909}" destId="{9F147B39-F042-5443-9738-01E130C083FC}" srcOrd="1" destOrd="0" presId="urn:microsoft.com/office/officeart/2008/layout/LinedList"/>
    <dgm:cxn modelId="{71186F8D-3970-454C-95FD-80FA7F2D923E}" type="presParOf" srcId="{9F147B39-F042-5443-9738-01E130C083FC}" destId="{07D79955-4DEF-6F4A-A7C9-A05C6B0012F9}" srcOrd="0" destOrd="0" presId="urn:microsoft.com/office/officeart/2008/layout/LinedList"/>
    <dgm:cxn modelId="{0353EBA9-6405-BC4D-BCB8-375C15E03CB2}" type="presParOf" srcId="{9F147B39-F042-5443-9738-01E130C083FC}" destId="{CAEE24C4-7C73-D64B-8C5D-4EF2CBB8C4C4}" srcOrd="1" destOrd="0" presId="urn:microsoft.com/office/officeart/2008/layout/LinedList"/>
    <dgm:cxn modelId="{8531B607-9C5A-9142-8017-A2D93227A386}" type="presParOf" srcId="{CAEE24C4-7C73-D64B-8C5D-4EF2CBB8C4C4}" destId="{C40EDF79-D0B4-044B-A5B3-ACA77C40A989}" srcOrd="0" destOrd="0" presId="urn:microsoft.com/office/officeart/2008/layout/LinedList"/>
    <dgm:cxn modelId="{5CD42844-0D4B-E446-9A8F-65BC9E1F2320}" type="presParOf" srcId="{CAEE24C4-7C73-D64B-8C5D-4EF2CBB8C4C4}" destId="{0548C879-9438-A443-B3F4-897952D64C9E}" srcOrd="1" destOrd="0" presId="urn:microsoft.com/office/officeart/2008/layout/LinedList"/>
    <dgm:cxn modelId="{8679C4ED-7EFA-AF46-B945-5A3921BF0F55}" type="presParOf" srcId="{CAEE24C4-7C73-D64B-8C5D-4EF2CBB8C4C4}" destId="{EFD4F671-852C-F64E-B3C4-DF5611E672B6}" srcOrd="2" destOrd="0" presId="urn:microsoft.com/office/officeart/2008/layout/LinedList"/>
    <dgm:cxn modelId="{E44FEBAE-E581-E443-989D-5BB9281A7D80}" type="presParOf" srcId="{EFD4F671-852C-F64E-B3C4-DF5611E672B6}" destId="{46EF8CBB-16BF-6A44-94A7-83B5CB15F47E}" srcOrd="0" destOrd="0" presId="urn:microsoft.com/office/officeart/2008/layout/LinedList"/>
    <dgm:cxn modelId="{EC113520-673E-E54A-8D30-C5CCF8299B18}" type="presParOf" srcId="{46EF8CBB-16BF-6A44-94A7-83B5CB15F47E}" destId="{CF4D2020-701E-DB4F-B996-E9E3BA499358}" srcOrd="0" destOrd="0" presId="urn:microsoft.com/office/officeart/2008/layout/LinedList"/>
    <dgm:cxn modelId="{E735C650-59FF-4B48-A040-03CBC3823A4B}" type="presParOf" srcId="{46EF8CBB-16BF-6A44-94A7-83B5CB15F47E}" destId="{D46D3285-5DBC-A641-B830-4DE0442F1D4F}" srcOrd="1" destOrd="0" presId="urn:microsoft.com/office/officeart/2008/layout/LinedList"/>
    <dgm:cxn modelId="{82C10337-6DEA-914C-B6F7-D9D230F875BB}" type="presParOf" srcId="{46EF8CBB-16BF-6A44-94A7-83B5CB15F47E}" destId="{6413EF2A-0D5D-C14A-B9A4-949007686B8A}" srcOrd="2" destOrd="0" presId="urn:microsoft.com/office/officeart/2008/layout/LinedList"/>
    <dgm:cxn modelId="{EDFB7AFE-5798-3745-B50B-5392BAA7B5F7}" type="presParOf" srcId="{EFD4F671-852C-F64E-B3C4-DF5611E672B6}" destId="{C298FB84-D8CC-754A-B8E4-34C762A61B53}" srcOrd="1" destOrd="0" presId="urn:microsoft.com/office/officeart/2008/layout/LinedList"/>
    <dgm:cxn modelId="{15E8AF0A-0F61-D94D-B314-8374BCE1AE14}" type="presParOf" srcId="{EFD4F671-852C-F64E-B3C4-DF5611E672B6}" destId="{F4B7542D-BD21-9D45-A256-817ED55A7170}" srcOrd="2" destOrd="0" presId="urn:microsoft.com/office/officeart/2008/layout/LinedList"/>
    <dgm:cxn modelId="{4CCB3E24-0CDB-6D44-9974-B46DF5A01A36}" type="presParOf" srcId="{F4B7542D-BD21-9D45-A256-817ED55A7170}" destId="{84F65293-CFF2-5947-8A8A-0C6EDFE74040}" srcOrd="0" destOrd="0" presId="urn:microsoft.com/office/officeart/2008/layout/LinedList"/>
    <dgm:cxn modelId="{C80E6750-CEFC-6D40-B49B-D4B1FE594852}" type="presParOf" srcId="{F4B7542D-BD21-9D45-A256-817ED55A7170}" destId="{CBA06700-C04A-484C-A8FC-B2AC011F6067}" srcOrd="1" destOrd="0" presId="urn:microsoft.com/office/officeart/2008/layout/LinedList"/>
    <dgm:cxn modelId="{2CD1E152-BA4F-5043-A87E-CCFD2904B9E2}" type="presParOf" srcId="{F4B7542D-BD21-9D45-A256-817ED55A7170}" destId="{D75FAD44-4FFB-A74B-9477-756EF86E09D0}" srcOrd="2" destOrd="0" presId="urn:microsoft.com/office/officeart/2008/layout/LinedList"/>
    <dgm:cxn modelId="{96672830-9DB5-9340-9540-031D57D004E4}" type="presParOf" srcId="{EFD4F671-852C-F64E-B3C4-DF5611E672B6}" destId="{D1435684-3545-BB43-B6AC-D17B2AEF2563}" srcOrd="3" destOrd="0" presId="urn:microsoft.com/office/officeart/2008/layout/LinedList"/>
    <dgm:cxn modelId="{1908083F-5808-5443-AE3E-0078BA37A788}" type="presParOf" srcId="{EFD4F671-852C-F64E-B3C4-DF5611E672B6}" destId="{8B239990-9636-A646-9649-B5CFCBB17F60}" srcOrd="4" destOrd="0" presId="urn:microsoft.com/office/officeart/2008/layout/LinedList"/>
    <dgm:cxn modelId="{3A22C58C-2DEA-354D-B36A-98AAB0F1F08C}" type="presParOf" srcId="{8B239990-9636-A646-9649-B5CFCBB17F60}" destId="{5F120B56-AA2E-5746-8065-65A4F9398036}" srcOrd="0" destOrd="0" presId="urn:microsoft.com/office/officeart/2008/layout/LinedList"/>
    <dgm:cxn modelId="{97F8BB7C-28A5-3F42-AF51-5567255C2277}" type="presParOf" srcId="{8B239990-9636-A646-9649-B5CFCBB17F60}" destId="{650999E5-F69D-F941-9246-D01A33E4C7EE}" srcOrd="1" destOrd="0" presId="urn:microsoft.com/office/officeart/2008/layout/LinedList"/>
    <dgm:cxn modelId="{F1A63B27-09A7-8A4F-A2AB-4F715FBD7B6C}" type="presParOf" srcId="{8B239990-9636-A646-9649-B5CFCBB17F60}" destId="{6C60ABCE-764C-E54A-892F-02A89D0155D9}" srcOrd="2" destOrd="0" presId="urn:microsoft.com/office/officeart/2008/layout/LinedList"/>
    <dgm:cxn modelId="{0385A642-E49A-1945-857F-7BF4F4A9D8C6}" type="presParOf" srcId="{9F147B39-F042-5443-9738-01E130C083FC}" destId="{F042CBBC-EE0E-2444-9C21-9D0BDADA81AE}" srcOrd="2" destOrd="0" presId="urn:microsoft.com/office/officeart/2008/layout/LinedList"/>
    <dgm:cxn modelId="{5540AFE7-2F24-504B-9D51-5482BA733B70}" type="presParOf" srcId="{9F147B39-F042-5443-9738-01E130C083FC}" destId="{0DA1A6DE-AAF2-EA44-BC16-26C5404FAAAF}" srcOrd="3" destOrd="0" presId="urn:microsoft.com/office/officeart/2008/layout/LinedList"/>
    <dgm:cxn modelId="{161F11D1-02E1-544C-BA95-38F6A173D7C3}" type="presParOf" srcId="{9F147B39-F042-5443-9738-01E130C083FC}" destId="{7D0D755F-FC00-904D-B19C-5699A348E7AB}" srcOrd="4" destOrd="0" presId="urn:microsoft.com/office/officeart/2008/layout/LinedList"/>
    <dgm:cxn modelId="{3C0C007E-0BF5-E348-9110-9BC0DCC642DA}" type="presParOf" srcId="{7D0D755F-FC00-904D-B19C-5699A348E7AB}" destId="{8C62FE8F-89D5-9444-A39C-C8768264EDCE}" srcOrd="0" destOrd="0" presId="urn:microsoft.com/office/officeart/2008/layout/LinedList"/>
    <dgm:cxn modelId="{2C9C7CA1-6CB9-2F4F-BBBA-14166FB782EF}" type="presParOf" srcId="{7D0D755F-FC00-904D-B19C-5699A348E7AB}" destId="{7EE13022-B173-6D45-9C74-367188F2E1E7}" srcOrd="1" destOrd="0" presId="urn:microsoft.com/office/officeart/2008/layout/LinedList"/>
    <dgm:cxn modelId="{52DC38A7-7315-B94F-B085-D3FC75890734}" type="presParOf" srcId="{7D0D755F-FC00-904D-B19C-5699A348E7AB}" destId="{A070D30C-FBE3-BA40-98BA-D6FB8F44CACA}" srcOrd="2" destOrd="0" presId="urn:microsoft.com/office/officeart/2008/layout/LinedList"/>
    <dgm:cxn modelId="{B73FDCE5-E0EE-B64B-819C-80EB9A6CBAEC}" type="presParOf" srcId="{A070D30C-FBE3-BA40-98BA-D6FB8F44CACA}" destId="{E11DEECE-98FC-BA4D-AF2C-4FCC12686E9F}" srcOrd="0" destOrd="0" presId="urn:microsoft.com/office/officeart/2008/layout/LinedList"/>
    <dgm:cxn modelId="{1BA3F6DB-C342-1741-9BEE-E59B96D6383A}" type="presParOf" srcId="{E11DEECE-98FC-BA4D-AF2C-4FCC12686E9F}" destId="{F3571C1C-5378-C148-A6BA-75F34DF5F698}" srcOrd="0" destOrd="0" presId="urn:microsoft.com/office/officeart/2008/layout/LinedList"/>
    <dgm:cxn modelId="{BA7FC54B-56DC-5D40-B4AD-F39FE452BD3E}" type="presParOf" srcId="{E11DEECE-98FC-BA4D-AF2C-4FCC12686E9F}" destId="{DBE5A5BA-5AD5-4845-8087-D4F87495EAA1}" srcOrd="1" destOrd="0" presId="urn:microsoft.com/office/officeart/2008/layout/LinedList"/>
    <dgm:cxn modelId="{C7FDAA2E-1FDA-3E48-82D5-1C4486CECE32}" type="presParOf" srcId="{E11DEECE-98FC-BA4D-AF2C-4FCC12686E9F}" destId="{F1699F88-C3F5-2341-B1F9-BB270E08118C}" srcOrd="2" destOrd="0" presId="urn:microsoft.com/office/officeart/2008/layout/LinedList"/>
    <dgm:cxn modelId="{BFBD779E-F423-004D-9EF8-FF3474A58BE1}" type="presParOf" srcId="{A070D30C-FBE3-BA40-98BA-D6FB8F44CACA}" destId="{575E37F8-2FAE-094A-ABBE-483BA721068B}" srcOrd="1" destOrd="0" presId="urn:microsoft.com/office/officeart/2008/layout/LinedList"/>
    <dgm:cxn modelId="{A2BD5345-63B3-AA4A-A490-747ED8AA123F}" type="presParOf" srcId="{A070D30C-FBE3-BA40-98BA-D6FB8F44CACA}" destId="{A3D7B2C5-9F86-A642-9F92-5DD5318C4FC7}" srcOrd="2" destOrd="0" presId="urn:microsoft.com/office/officeart/2008/layout/LinedList"/>
    <dgm:cxn modelId="{5350FC8F-CCE5-AE49-A275-CB73194E08C6}" type="presParOf" srcId="{A3D7B2C5-9F86-A642-9F92-5DD5318C4FC7}" destId="{C97152E8-B265-B641-90E4-22B6AC97086C}" srcOrd="0" destOrd="0" presId="urn:microsoft.com/office/officeart/2008/layout/LinedList"/>
    <dgm:cxn modelId="{7671C3DF-42A0-8A40-8594-5860ED6A7FFC}" type="presParOf" srcId="{A3D7B2C5-9F86-A642-9F92-5DD5318C4FC7}" destId="{510D5365-FAAE-DE43-BB95-34C472E5AA16}" srcOrd="1" destOrd="0" presId="urn:microsoft.com/office/officeart/2008/layout/LinedList"/>
    <dgm:cxn modelId="{F2DE2E71-60A8-7D47-9129-4569BFDCE6EB}" type="presParOf" srcId="{A3D7B2C5-9F86-A642-9F92-5DD5318C4FC7}" destId="{5D748623-1083-504C-9C7F-CB665EE050A8}" srcOrd="2" destOrd="0" presId="urn:microsoft.com/office/officeart/2008/layout/LinedList"/>
    <dgm:cxn modelId="{A3DE236D-F6F7-5443-A5F3-0F1F0A22D4FC}" type="presParOf" srcId="{A070D30C-FBE3-BA40-98BA-D6FB8F44CACA}" destId="{AAA91E3A-2378-1C4E-94DB-D67D63837461}" srcOrd="3" destOrd="0" presId="urn:microsoft.com/office/officeart/2008/layout/LinedList"/>
    <dgm:cxn modelId="{78AD17F4-3226-A543-AC6A-70CB8DC6FD12}" type="presParOf" srcId="{A070D30C-FBE3-BA40-98BA-D6FB8F44CACA}" destId="{0EC11C2C-62C4-6F4B-851D-DAE0A7804822}" srcOrd="4" destOrd="0" presId="urn:microsoft.com/office/officeart/2008/layout/LinedList"/>
    <dgm:cxn modelId="{93603671-F3E6-5041-AAE6-980526768C4A}" type="presParOf" srcId="{0EC11C2C-62C4-6F4B-851D-DAE0A7804822}" destId="{FE07C174-8D47-6945-AF5F-BC5E4E4EBF76}" srcOrd="0" destOrd="0" presId="urn:microsoft.com/office/officeart/2008/layout/LinedList"/>
    <dgm:cxn modelId="{99305FF9-480D-A649-A94D-43F43E3AECE1}" type="presParOf" srcId="{0EC11C2C-62C4-6F4B-851D-DAE0A7804822}" destId="{F7A7673F-873F-9B4B-BD1E-030104343226}" srcOrd="1" destOrd="0" presId="urn:microsoft.com/office/officeart/2008/layout/LinedList"/>
    <dgm:cxn modelId="{33ED7E15-1D4E-7F41-A013-4B92A0D2B4E1}" type="presParOf" srcId="{0EC11C2C-62C4-6F4B-851D-DAE0A7804822}" destId="{ED6E76AD-D326-684D-9B9F-8A82170CB0BA}" srcOrd="2" destOrd="0" presId="urn:microsoft.com/office/officeart/2008/layout/LinedList"/>
    <dgm:cxn modelId="{089717F8-B370-B141-B539-1A7E5E4ECC28}" type="presParOf" srcId="{9F147B39-F042-5443-9738-01E130C083FC}" destId="{7FCCF94F-7907-4E4C-8519-B71313FA4447}" srcOrd="5" destOrd="0" presId="urn:microsoft.com/office/officeart/2008/layout/LinedList"/>
    <dgm:cxn modelId="{F39BCDC0-1C53-C647-AA26-EBB1CDC6616B}" type="presParOf" srcId="{9F147B39-F042-5443-9738-01E130C083FC}" destId="{5FE71FB5-09B7-AB45-8A08-3D994DF7874A}" srcOrd="6" destOrd="0" presId="urn:microsoft.com/office/officeart/2008/layout/LinedList"/>
    <dgm:cxn modelId="{94EDBB66-5C27-ED44-835F-CDA2B74FD7C2}" type="presParOf" srcId="{9F147B39-F042-5443-9738-01E130C083FC}" destId="{20585EE6-DAD8-B34E-A33E-14F14C6394F9}" srcOrd="7" destOrd="0" presId="urn:microsoft.com/office/officeart/2008/layout/LinedList"/>
    <dgm:cxn modelId="{34F933BF-AEFF-7D43-ADBE-0B535E8A1271}" type="presParOf" srcId="{20585EE6-DAD8-B34E-A33E-14F14C6394F9}" destId="{241B40C3-9343-684E-B5D5-0818E2055F72}" srcOrd="0" destOrd="0" presId="urn:microsoft.com/office/officeart/2008/layout/LinedList"/>
    <dgm:cxn modelId="{7C1EAE7A-044D-2B4C-BC86-51DE8198B199}" type="presParOf" srcId="{20585EE6-DAD8-B34E-A33E-14F14C6394F9}" destId="{C1F3CEE0-A96F-C74E-BD47-F3EF33793CC7}" srcOrd="1" destOrd="0" presId="urn:microsoft.com/office/officeart/2008/layout/LinedList"/>
    <dgm:cxn modelId="{BFD5F112-D0EC-9948-A987-D40C232B8D66}" type="presParOf" srcId="{20585EE6-DAD8-B34E-A33E-14F14C6394F9}" destId="{8652DAF6-43AD-A846-9EF1-D220830C8EC6}" srcOrd="2" destOrd="0" presId="urn:microsoft.com/office/officeart/2008/layout/LinedList"/>
    <dgm:cxn modelId="{BFC24A02-F854-4147-B46B-E2AAABF6C335}" type="presParOf" srcId="{8652DAF6-43AD-A846-9EF1-D220830C8EC6}" destId="{261CA3FE-7132-0E40-AD4A-CF9FAAF5E651}" srcOrd="0" destOrd="0" presId="urn:microsoft.com/office/officeart/2008/layout/LinedList"/>
    <dgm:cxn modelId="{78D31F61-2951-784E-8AB7-7CB5E0623050}" type="presParOf" srcId="{261CA3FE-7132-0E40-AD4A-CF9FAAF5E651}" destId="{EC56DC4D-E226-1C42-BAF3-2B3CF0B81369}" srcOrd="0" destOrd="0" presId="urn:microsoft.com/office/officeart/2008/layout/LinedList"/>
    <dgm:cxn modelId="{7F39686C-3000-1E4B-9289-6E117F49F5A8}" type="presParOf" srcId="{261CA3FE-7132-0E40-AD4A-CF9FAAF5E651}" destId="{6F66E6B3-AA22-D84A-AEFD-7680C267BB0A}" srcOrd="1" destOrd="0" presId="urn:microsoft.com/office/officeart/2008/layout/LinedList"/>
    <dgm:cxn modelId="{DF0CDEAC-C112-854C-89D7-5C035B1FF903}" type="presParOf" srcId="{261CA3FE-7132-0E40-AD4A-CF9FAAF5E651}" destId="{98DF7BE1-09E7-7E4B-ABE3-59AF39FA7483}" srcOrd="2" destOrd="0" presId="urn:microsoft.com/office/officeart/2008/layout/LinedList"/>
    <dgm:cxn modelId="{FECAA8B4-21AA-6345-8F5F-D1B18DC9E80C}" type="presParOf" srcId="{8652DAF6-43AD-A846-9EF1-D220830C8EC6}" destId="{8C53DC8E-B221-7541-91D1-DEEA4B92544C}" srcOrd="1" destOrd="0" presId="urn:microsoft.com/office/officeart/2008/layout/LinedList"/>
    <dgm:cxn modelId="{26DF50D7-D4BE-C242-A3A9-C045CCA8442C}" type="presParOf" srcId="{8652DAF6-43AD-A846-9EF1-D220830C8EC6}" destId="{1F753960-852E-2146-BD01-3DFF5916BAB9}" srcOrd="2" destOrd="0" presId="urn:microsoft.com/office/officeart/2008/layout/LinedList"/>
    <dgm:cxn modelId="{98E032F0-6D81-054A-BEE8-41204D2C2711}" type="presParOf" srcId="{1F753960-852E-2146-BD01-3DFF5916BAB9}" destId="{E2FC4BBE-DB79-1E46-8C4F-647AFF29429F}" srcOrd="0" destOrd="0" presId="urn:microsoft.com/office/officeart/2008/layout/LinedList"/>
    <dgm:cxn modelId="{AAE3928A-264A-304F-B154-470595EB8623}" type="presParOf" srcId="{1F753960-852E-2146-BD01-3DFF5916BAB9}" destId="{FAC5FA37-7DD8-5A4E-A858-152A72C138FF}" srcOrd="1" destOrd="0" presId="urn:microsoft.com/office/officeart/2008/layout/LinedList"/>
    <dgm:cxn modelId="{04BD075A-BB3C-FA40-8C73-C6459905171A}" type="presParOf" srcId="{1F753960-852E-2146-BD01-3DFF5916BAB9}" destId="{BB1B87F1-DC1A-D440-A4EC-E8BD4793290B}" srcOrd="2" destOrd="0" presId="urn:microsoft.com/office/officeart/2008/layout/LinedList"/>
    <dgm:cxn modelId="{1CF57811-F790-C542-A7E6-71C55548CCCA}" type="presParOf" srcId="{8652DAF6-43AD-A846-9EF1-D220830C8EC6}" destId="{3F1445E0-C219-D54F-8348-010E69C778C3}" srcOrd="3" destOrd="0" presId="urn:microsoft.com/office/officeart/2008/layout/LinedList"/>
    <dgm:cxn modelId="{020380D1-7A1D-0145-A434-8B413041DCFF}" type="presParOf" srcId="{8652DAF6-43AD-A846-9EF1-D220830C8EC6}" destId="{62CFD7D9-D9D3-7D4A-8E2E-DE4A62419733}" srcOrd="4" destOrd="0" presId="urn:microsoft.com/office/officeart/2008/layout/LinedList"/>
    <dgm:cxn modelId="{0D9CEEA7-65D7-8543-A7B7-CD5D559657E1}" type="presParOf" srcId="{62CFD7D9-D9D3-7D4A-8E2E-DE4A62419733}" destId="{9C5B129D-D1E5-814F-9B3A-BE56A1EDAAC5}" srcOrd="0" destOrd="0" presId="urn:microsoft.com/office/officeart/2008/layout/LinedList"/>
    <dgm:cxn modelId="{0B07D74E-2C14-0640-B0A1-395FCE4CD330}" type="presParOf" srcId="{62CFD7D9-D9D3-7D4A-8E2E-DE4A62419733}" destId="{165D5A65-369A-424D-829A-54876106CF81}" srcOrd="1" destOrd="0" presId="urn:microsoft.com/office/officeart/2008/layout/LinedList"/>
    <dgm:cxn modelId="{B7448949-6FB0-4445-971F-8B50FBEBDB3F}" type="presParOf" srcId="{62CFD7D9-D9D3-7D4A-8E2E-DE4A62419733}" destId="{EA230713-6F3E-924A-BD8D-9E78B9C114B4}" srcOrd="2" destOrd="0" presId="urn:microsoft.com/office/officeart/2008/layout/LinedList"/>
    <dgm:cxn modelId="{1E627CB7-00C3-954D-B7BE-C3CC08CF8653}" type="presParOf" srcId="{9F147B39-F042-5443-9738-01E130C083FC}" destId="{53F5BD10-C284-0A47-B63C-0ED566FF5032}" srcOrd="8" destOrd="0" presId="urn:microsoft.com/office/officeart/2008/layout/LinedList"/>
    <dgm:cxn modelId="{4FB5214B-58DB-2149-9435-98B6C9E0B999}" type="presParOf" srcId="{9F147B39-F042-5443-9738-01E130C083FC}" destId="{B51C6F2D-1302-D648-A9ED-E07AE20271C3}" srcOrd="9" destOrd="0" presId="urn:microsoft.com/office/officeart/2008/layout/LinedList"/>
  </dgm:cxnLst>
  <dgm:bg>
    <a:solidFill>
      <a:schemeClr val="bg1"/>
    </a:solidFill>
    <a:effectLst>
      <a:glow rad="235087">
        <a:schemeClr val="accent1">
          <a:alpha val="40000"/>
        </a:schemeClr>
      </a:glow>
    </a:effectLst>
  </dgm:bg>
  <dgm:whole>
    <a:ln w="22225">
      <a:solidFill>
        <a:schemeClr val="tx2">
          <a:lumMod val="90000"/>
          <a:lumOff val="10000"/>
        </a:schemeClr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5BDDBC63-8959-1844-9B59-756F82BE7A0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FE9F1E6-0F53-044B-8AF7-1548B3E94545}">
      <dgm:prSet custT="1"/>
      <dgm:spPr>
        <a:ln w="25400">
          <a:solidFill>
            <a:srgbClr val="002060"/>
          </a:solidFill>
        </a:ln>
      </dgm:spPr>
      <dgm:t>
        <a:bodyPr/>
        <a:lstStyle/>
        <a:p>
          <a:pPr algn="ctr"/>
          <a:r>
            <a:rPr lang="en-GB" sz="2400" b="1" dirty="0">
              <a:latin typeface="Calibri" panose="020F0502020204030204" pitchFamily="34" charset="0"/>
              <a:cs typeface="Calibri" panose="020F0502020204030204" pitchFamily="34" charset="0"/>
            </a:rPr>
            <a:t>Conclusion: A Transformation Executed Manually</a:t>
          </a:r>
        </a:p>
      </dgm:t>
    </dgm:pt>
    <dgm:pt modelId="{3E8B583D-26E0-6641-B3F2-39718C037C5E}" type="parTrans" cxnId="{3CAA5296-4083-1341-93DD-A033DB155047}">
      <dgm:prSet/>
      <dgm:spPr/>
      <dgm:t>
        <a:bodyPr/>
        <a:lstStyle/>
        <a:p>
          <a:endParaRPr lang="en-GB"/>
        </a:p>
      </dgm:t>
    </dgm:pt>
    <dgm:pt modelId="{2DD7ECC3-4ACB-BF45-B753-FCC5428E8186}" type="sibTrans" cxnId="{3CAA5296-4083-1341-93DD-A033DB155047}">
      <dgm:prSet/>
      <dgm:spPr/>
      <dgm:t>
        <a:bodyPr/>
        <a:lstStyle/>
        <a:p>
          <a:endParaRPr lang="en-GB"/>
        </a:p>
      </dgm:t>
    </dgm:pt>
    <dgm:pt modelId="{0081A568-1DE6-6F4B-A9B8-99ED42DACE6D}" type="pres">
      <dgm:prSet presAssocID="{5BDDBC63-8959-1844-9B59-756F82BE7A05}" presName="linear" presStyleCnt="0">
        <dgm:presLayoutVars>
          <dgm:animLvl val="lvl"/>
          <dgm:resizeHandles val="exact"/>
        </dgm:presLayoutVars>
      </dgm:prSet>
      <dgm:spPr/>
    </dgm:pt>
    <dgm:pt modelId="{635C4C84-D44C-B149-A66B-E717463ED78C}" type="pres">
      <dgm:prSet presAssocID="{2FE9F1E6-0F53-044B-8AF7-1548B3E94545}" presName="parentText" presStyleLbl="node1" presStyleIdx="0" presStyleCnt="1" custScaleX="80331" custScaleY="66034" custLinFactNeighborX="-12198" custLinFactNeighborY="-27528">
        <dgm:presLayoutVars>
          <dgm:chMax val="0"/>
          <dgm:bulletEnabled val="1"/>
        </dgm:presLayoutVars>
      </dgm:prSet>
      <dgm:spPr/>
    </dgm:pt>
  </dgm:ptLst>
  <dgm:cxnLst>
    <dgm:cxn modelId="{0E49F924-CCAE-6B40-B1A4-E601E00B40B0}" type="presOf" srcId="{2FE9F1E6-0F53-044B-8AF7-1548B3E94545}" destId="{635C4C84-D44C-B149-A66B-E717463ED78C}" srcOrd="0" destOrd="0" presId="urn:microsoft.com/office/officeart/2005/8/layout/vList2"/>
    <dgm:cxn modelId="{3CAA5296-4083-1341-93DD-A033DB155047}" srcId="{5BDDBC63-8959-1844-9B59-756F82BE7A05}" destId="{2FE9F1E6-0F53-044B-8AF7-1548B3E94545}" srcOrd="0" destOrd="0" parTransId="{3E8B583D-26E0-6641-B3F2-39718C037C5E}" sibTransId="{2DD7ECC3-4ACB-BF45-B753-FCC5428E8186}"/>
    <dgm:cxn modelId="{A5F346C3-05FE-4A41-9021-AC7B5E176907}" type="presOf" srcId="{5BDDBC63-8959-1844-9B59-756F82BE7A05}" destId="{0081A568-1DE6-6F4B-A9B8-99ED42DACE6D}" srcOrd="0" destOrd="0" presId="urn:microsoft.com/office/officeart/2005/8/layout/vList2"/>
    <dgm:cxn modelId="{A25A28A3-4857-F944-97F5-BD7D6D57F6C5}" type="presParOf" srcId="{0081A568-1DE6-6F4B-A9B8-99ED42DACE6D}" destId="{635C4C84-D44C-B149-A66B-E717463ED7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EEBFB7-DA4F-E344-AD8E-0E3BF753EA54}">
      <dsp:nvSpPr>
        <dsp:cNvPr id="0" name=""/>
        <dsp:cNvSpPr/>
      </dsp:nvSpPr>
      <dsp:spPr>
        <a:xfrm>
          <a:off x="0" y="0"/>
          <a:ext cx="4946194" cy="374400"/>
        </a:xfrm>
        <a:prstGeom prst="rect">
          <a:avLst/>
        </a:prstGeom>
        <a:solidFill>
          <a:schemeClr val="tx2">
            <a:lumMod val="90000"/>
            <a:lumOff val="1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321726">
            <a:schemeClr val="accent1">
              <a:alpha val="40000"/>
            </a:schemeClr>
          </a:glo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 dirty="0">
              <a:solidFill>
                <a:schemeClr val="bg1"/>
              </a:solidFill>
            </a:rPr>
            <a:t>🌍 STRATEGIC OBSERVATIONS</a:t>
          </a:r>
          <a:endParaRPr lang="en-GB" sz="1300" kern="1200" dirty="0">
            <a:solidFill>
              <a:schemeClr val="bg1"/>
            </a:solidFill>
          </a:endParaRPr>
        </a:p>
      </dsp:txBody>
      <dsp:txXfrm>
        <a:off x="0" y="0"/>
        <a:ext cx="4946194" cy="374400"/>
      </dsp:txXfrm>
    </dsp:sp>
    <dsp:sp modelId="{B3E4087B-9B28-9043-9A05-0AECAF470C2B}">
      <dsp:nvSpPr>
        <dsp:cNvPr id="0" name=""/>
        <dsp:cNvSpPr/>
      </dsp:nvSpPr>
      <dsp:spPr>
        <a:xfrm>
          <a:off x="0" y="385931"/>
          <a:ext cx="4946194" cy="963495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ctr" anchorCtr="0">
          <a:noAutofit/>
        </a:bodyPr>
        <a:lstStyle/>
        <a:p>
          <a:pPr marL="114300" lvl="1" indent="-114300" algn="ctr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Geographic concentration high (EMEA + Americas = 85%)</a:t>
          </a:r>
        </a:p>
        <a:p>
          <a:pPr marL="114300" lvl="1" indent="-114300" algn="ctr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/>
            <a:t>APJ fastest growing (+24.5% YoY) but smallest (14.6% of revenue</a:t>
          </a:r>
        </a:p>
        <a:p>
          <a:pPr marL="114300" lvl="1" indent="-114300" algn="ctr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Predictable revenue increased to 87% (best-in-class for enterprise software)</a:t>
          </a:r>
        </a:p>
      </dsp:txBody>
      <dsp:txXfrm>
        <a:off x="0" y="385931"/>
        <a:ext cx="4946194" cy="9634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11E12-A009-0A4E-B244-6CE54419FA64}">
      <dsp:nvSpPr>
        <dsp:cNvPr id="0" name=""/>
        <dsp:cNvSpPr/>
      </dsp:nvSpPr>
      <dsp:spPr>
        <a:xfrm rot="10800000" flipV="1">
          <a:off x="0" y="0"/>
          <a:ext cx="4996542" cy="467418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326738">
            <a:schemeClr val="accent1">
              <a:alpha val="40000"/>
            </a:schemeClr>
          </a:glo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3600" tIns="54000" rIns="93600" bIns="5400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⚠️ KEY RISK</a:t>
          </a:r>
        </a:p>
      </dsp:txBody>
      <dsp:txXfrm rot="-10800000">
        <a:off x="0" y="0"/>
        <a:ext cx="4996542" cy="467418"/>
      </dsp:txXfrm>
    </dsp:sp>
    <dsp:sp modelId="{93695443-388B-0042-88A7-96716CBD4E76}">
      <dsp:nvSpPr>
        <dsp:cNvPr id="0" name=""/>
        <dsp:cNvSpPr/>
      </dsp:nvSpPr>
      <dsp:spPr>
        <a:xfrm>
          <a:off x="0" y="457449"/>
          <a:ext cx="4996542" cy="580683"/>
        </a:xfrm>
        <a:prstGeom prst="rect">
          <a:avLst/>
        </a:prstGeom>
        <a:solidFill>
          <a:schemeClr val="tx2">
            <a:lumMod val="10000"/>
            <a:lumOff val="9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ctr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Q4 forecast below SAP guidance suggests dependency on seasonality/FX </a:t>
          </a:r>
        </a:p>
      </dsp:txBody>
      <dsp:txXfrm>
        <a:off x="0" y="457449"/>
        <a:ext cx="4996542" cy="5806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55CF0-DB23-2B4C-9C7C-1B526B8AA711}">
      <dsp:nvSpPr>
        <dsp:cNvPr id="0" name=""/>
        <dsp:cNvSpPr/>
      </dsp:nvSpPr>
      <dsp:spPr>
        <a:xfrm>
          <a:off x="0" y="45210"/>
          <a:ext cx="4991100" cy="403200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318917">
            <a:schemeClr val="accent1">
              <a:alpha val="40000"/>
            </a:schemeClr>
          </a:glo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chemeClr val="bg1"/>
              </a:solidFill>
            </a:rPr>
            <a:t>📊 FINANCIAL PERFORMANCE</a:t>
          </a:r>
          <a:endParaRPr lang="en-GB" sz="1400" kern="1200" dirty="0">
            <a:solidFill>
              <a:schemeClr val="bg1"/>
            </a:solidFill>
          </a:endParaRPr>
        </a:p>
      </dsp:txBody>
      <dsp:txXfrm>
        <a:off x="0" y="45210"/>
        <a:ext cx="4991100" cy="403200"/>
      </dsp:txXfrm>
    </dsp:sp>
    <dsp:sp modelId="{EBF91126-9AB5-ED47-88F7-767E4AE79D0A}">
      <dsp:nvSpPr>
        <dsp:cNvPr id="0" name=""/>
        <dsp:cNvSpPr/>
      </dsp:nvSpPr>
      <dsp:spPr>
        <a:xfrm>
          <a:off x="0" y="448410"/>
          <a:ext cx="4991100" cy="1076039"/>
        </a:xfrm>
        <a:prstGeom prst="rect">
          <a:avLst/>
        </a:prstGeom>
        <a:solidFill>
          <a:schemeClr val="tx2">
            <a:lumMod val="10000"/>
            <a:lumOff val="9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ctr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Cloud revenue: €5.29B in Q3 2025 (+21.6% YoY)</a:t>
          </a:r>
        </a:p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Cloud represents 58.3% of total revenue (up from 51.4% YoY)</a:t>
          </a:r>
        </a:p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Operating margin: 28.3% (up 180 basis points YoY)</a:t>
          </a:r>
        </a:p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Cloud gross margin: 75.1% (up 140 basis points YoY)</a:t>
          </a:r>
        </a:p>
      </dsp:txBody>
      <dsp:txXfrm>
        <a:off x="0" y="448410"/>
        <a:ext cx="4991100" cy="10760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67B4C-19C2-FE48-89B2-A751B8BD3032}">
      <dsp:nvSpPr>
        <dsp:cNvPr id="0" name=""/>
        <dsp:cNvSpPr/>
      </dsp:nvSpPr>
      <dsp:spPr>
        <a:xfrm>
          <a:off x="0" y="76054"/>
          <a:ext cx="4996542" cy="368580"/>
        </a:xfrm>
        <a:prstGeom prst="rect">
          <a:avLst/>
        </a:prstGeom>
        <a:solidFill>
          <a:schemeClr val="tx2">
            <a:lumMod val="90000"/>
            <a:lumOff val="1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328409">
            <a:schemeClr val="accent1">
              <a:alpha val="40000"/>
            </a:schemeClr>
          </a:glo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chemeClr val="bg1"/>
              </a:solidFill>
            </a:rPr>
            <a:t>🔮 FORECAST &amp; OUTLOOK</a:t>
          </a:r>
          <a:endParaRPr lang="en-GB" sz="1400" kern="1200" dirty="0">
            <a:solidFill>
              <a:schemeClr val="bg1"/>
            </a:solidFill>
          </a:endParaRPr>
        </a:p>
      </dsp:txBody>
      <dsp:txXfrm>
        <a:off x="0" y="76054"/>
        <a:ext cx="4996542" cy="368580"/>
      </dsp:txXfrm>
    </dsp:sp>
    <dsp:sp modelId="{CCAFEDFC-EBAD-F342-A4D5-1C81AE75D5C6}">
      <dsp:nvSpPr>
        <dsp:cNvPr id="0" name=""/>
        <dsp:cNvSpPr/>
      </dsp:nvSpPr>
      <dsp:spPr>
        <a:xfrm>
          <a:off x="0" y="458486"/>
          <a:ext cx="4996542" cy="1049088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ctr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Q4 2025 statistical forecast: €5.3B (range: €5.0B - €5.6B)</a:t>
          </a:r>
        </a:p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Model confidence: R² = 0.96 (96% variance explained) </a:t>
          </a:r>
        </a:p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Full year 2025 implied: ~€20.7B cloud revenue</a:t>
          </a:r>
          <a:br>
            <a:rPr lang="en-GB" sz="1400" kern="1200" dirty="0"/>
          </a:br>
          <a:endParaRPr lang="en-GB" sz="1400" kern="1200" dirty="0"/>
        </a:p>
      </dsp:txBody>
      <dsp:txXfrm>
        <a:off x="0" y="458486"/>
        <a:ext cx="4996542" cy="10490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71F653-F292-BF4F-B34B-0E146A78D913}">
      <dsp:nvSpPr>
        <dsp:cNvPr id="0" name=""/>
        <dsp:cNvSpPr/>
      </dsp:nvSpPr>
      <dsp:spPr>
        <a:xfrm>
          <a:off x="0" y="320982"/>
          <a:ext cx="7315200" cy="62207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317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i="0" kern="1200" dirty="0">
              <a:latin typeface="Calibri" panose="020F0502020204030204" pitchFamily="34" charset="0"/>
              <a:cs typeface="Calibri" panose="020F0502020204030204" pitchFamily="34" charset="0"/>
            </a:rPr>
            <a:t>The Cloud Transformation Journey: Q1 2024 - Q3 2025</a:t>
          </a:r>
        </a:p>
      </dsp:txBody>
      <dsp:txXfrm>
        <a:off x="30367" y="351349"/>
        <a:ext cx="7254466" cy="5613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93F31-5E9C-BF4D-85B3-A15EF464423F}">
      <dsp:nvSpPr>
        <dsp:cNvPr id="0" name=""/>
        <dsp:cNvSpPr/>
      </dsp:nvSpPr>
      <dsp:spPr>
        <a:xfrm>
          <a:off x="0" y="2057001"/>
          <a:ext cx="1263712" cy="505484"/>
        </a:xfrm>
        <a:prstGeom prst="rect">
          <a:avLst/>
        </a:prstGeom>
        <a:solidFill>
          <a:srgbClr val="0070C0"/>
        </a:solidFill>
        <a:ln w="19050" cap="flat" cmpd="sng" algn="ctr">
          <a:solidFill>
            <a:srgbClr val="002060"/>
          </a:solidFill>
          <a:prstDash val="solid"/>
          <a:miter lim="800000"/>
        </a:ln>
        <a:effectLst>
          <a:glow rad="213264">
            <a:schemeClr val="accent1"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Starting Point (Q1 2024):</a:t>
          </a:r>
          <a:endParaRPr lang="en-GB" sz="1400" b="0" i="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2057001"/>
        <a:ext cx="1263712" cy="505484"/>
      </dsp:txXfrm>
    </dsp:sp>
    <dsp:sp modelId="{C3336BE0-2BF6-1348-8D56-AA996C9C1B8E}">
      <dsp:nvSpPr>
        <dsp:cNvPr id="0" name=""/>
        <dsp:cNvSpPr/>
      </dsp:nvSpPr>
      <dsp:spPr>
        <a:xfrm>
          <a:off x="3" y="2769076"/>
          <a:ext cx="1263712" cy="2421089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Cloud Revenue: €3.93B</a:t>
          </a:r>
          <a:endParaRPr lang="en-GB" sz="1400" b="0" i="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Cloud % of Total: 48.9%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Cloud Margin: 72.5%</a:t>
          </a:r>
        </a:p>
      </dsp:txBody>
      <dsp:txXfrm>
        <a:off x="3" y="2769076"/>
        <a:ext cx="1263712" cy="2421089"/>
      </dsp:txXfrm>
    </dsp:sp>
    <dsp:sp modelId="{2F789C3B-EA1B-8541-9380-B5963D4ECF66}">
      <dsp:nvSpPr>
        <dsp:cNvPr id="0" name=""/>
        <dsp:cNvSpPr/>
      </dsp:nvSpPr>
      <dsp:spPr>
        <a:xfrm>
          <a:off x="2816945" y="2057001"/>
          <a:ext cx="1263712" cy="505484"/>
        </a:xfrm>
        <a:prstGeom prst="rect">
          <a:avLst/>
        </a:prstGeom>
        <a:solidFill>
          <a:srgbClr val="0070C0"/>
        </a:solidFill>
        <a:ln w="19050" cap="flat" cmpd="sng" algn="ctr">
          <a:solidFill>
            <a:srgbClr val="002060"/>
          </a:solidFill>
          <a:prstDash val="solid"/>
          <a:miter lim="800000"/>
        </a:ln>
        <a:effectLst>
          <a:glow rad="207038">
            <a:schemeClr val="accent1"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Growth Trajectory:</a:t>
          </a:r>
          <a:endParaRPr lang="en-GB" sz="1400" b="0" i="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816945" y="2057001"/>
        <a:ext cx="1263712" cy="505484"/>
      </dsp:txXfrm>
    </dsp:sp>
    <dsp:sp modelId="{F8D72640-E99B-FB46-A4EE-E73B8EADDA9F}">
      <dsp:nvSpPr>
        <dsp:cNvPr id="0" name=""/>
        <dsp:cNvSpPr/>
      </dsp:nvSpPr>
      <dsp:spPr>
        <a:xfrm>
          <a:off x="2828444" y="2769076"/>
          <a:ext cx="1263712" cy="2421089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CAGR: 18.1% (annualized)</a:t>
          </a:r>
          <a:endParaRPr lang="en-GB" sz="1400" b="0" i="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Avg QoQ Growth: 4.8%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Volatility: CV = 11.2% (stable)</a:t>
          </a:r>
        </a:p>
      </dsp:txBody>
      <dsp:txXfrm>
        <a:off x="2828444" y="2769076"/>
        <a:ext cx="1263712" cy="2421089"/>
      </dsp:txXfrm>
    </dsp:sp>
    <dsp:sp modelId="{A7ABFCF1-3CEF-2D4A-8532-F049388CDCC0}">
      <dsp:nvSpPr>
        <dsp:cNvPr id="0" name=""/>
        <dsp:cNvSpPr/>
      </dsp:nvSpPr>
      <dsp:spPr>
        <a:xfrm>
          <a:off x="1413908" y="2057001"/>
          <a:ext cx="1263712" cy="505484"/>
        </a:xfrm>
        <a:prstGeom prst="rect">
          <a:avLst/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rgbClr val="002060"/>
          </a:solidFill>
          <a:prstDash val="solid"/>
          <a:miter lim="800000"/>
        </a:ln>
        <a:effectLst>
          <a:glow rad="225337">
            <a:schemeClr val="accent1"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Current Status (Q3 2025):</a:t>
          </a:r>
          <a:endParaRPr lang="en-GB" sz="1400" b="0" i="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1413908" y="2057001"/>
        <a:ext cx="1263712" cy="505484"/>
      </dsp:txXfrm>
    </dsp:sp>
    <dsp:sp modelId="{582EF20B-C7C9-1449-9DB5-43699EF8C9FF}">
      <dsp:nvSpPr>
        <dsp:cNvPr id="0" name=""/>
        <dsp:cNvSpPr/>
      </dsp:nvSpPr>
      <dsp:spPr>
        <a:xfrm>
          <a:off x="1413908" y="2769076"/>
          <a:ext cx="1263712" cy="2421089"/>
        </a:xfrm>
        <a:prstGeom prst="rect">
          <a:avLst/>
        </a:prstGeom>
        <a:solidFill>
          <a:schemeClr val="tx2">
            <a:lumMod val="10000"/>
            <a:lumOff val="90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Cloud Revenue: €5.29B (+34.7%)</a:t>
          </a:r>
          <a:endParaRPr lang="en-GB" sz="1400" b="0" i="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Cloud % of Total: 58.3% (+9.4pp)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 Cloud Margin: 75.1% (+2.6pp)</a:t>
          </a:r>
        </a:p>
      </dsp:txBody>
      <dsp:txXfrm>
        <a:off x="1413908" y="2769076"/>
        <a:ext cx="1263712" cy="2421089"/>
      </dsp:txXfrm>
    </dsp:sp>
    <dsp:sp modelId="{892BBA52-E99E-E74B-BE40-5EC0F3160634}">
      <dsp:nvSpPr>
        <dsp:cNvPr id="0" name=""/>
        <dsp:cNvSpPr/>
      </dsp:nvSpPr>
      <dsp:spPr>
        <a:xfrm>
          <a:off x="4232201" y="2057001"/>
          <a:ext cx="1263712" cy="505484"/>
        </a:xfrm>
        <a:prstGeom prst="rect">
          <a:avLst/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rgbClr val="002060"/>
          </a:solidFill>
          <a:prstDash val="solid"/>
          <a:miter lim="800000"/>
        </a:ln>
        <a:effectLst>
          <a:glow rad="190591">
            <a:schemeClr val="accent1"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Statistical Validity:</a:t>
          </a:r>
          <a:endParaRPr lang="en-GB" sz="1400" b="0" i="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232201" y="2057001"/>
        <a:ext cx="1263712" cy="505484"/>
      </dsp:txXfrm>
    </dsp:sp>
    <dsp:sp modelId="{08440CD9-77BC-0F4B-83DE-11FC4E0516E9}">
      <dsp:nvSpPr>
        <dsp:cNvPr id="0" name=""/>
        <dsp:cNvSpPr/>
      </dsp:nvSpPr>
      <dsp:spPr>
        <a:xfrm>
          <a:off x="4232201" y="2769076"/>
          <a:ext cx="1263712" cy="2421089"/>
        </a:xfrm>
        <a:prstGeom prst="rect">
          <a:avLst/>
        </a:prstGeom>
        <a:solidFill>
          <a:schemeClr val="tx2">
            <a:lumMod val="10000"/>
            <a:lumOff val="90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Linear trend R² = 0.96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Standard Error: ±€150M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Sample size: 7 quarters</a:t>
          </a:r>
        </a:p>
      </dsp:txBody>
      <dsp:txXfrm>
        <a:off x="4232201" y="2769076"/>
        <a:ext cx="1263712" cy="24210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81AEF0-0EA0-7947-8AD1-7D28D44EC52B}">
      <dsp:nvSpPr>
        <dsp:cNvPr id="0" name=""/>
        <dsp:cNvSpPr/>
      </dsp:nvSpPr>
      <dsp:spPr>
        <a:xfrm>
          <a:off x="0" y="0"/>
          <a:ext cx="9301845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latin typeface="Calibri" panose="020F0502020204030204" pitchFamily="34" charset="0"/>
              <a:cs typeface="Calibri" panose="020F0502020204030204" pitchFamily="34" charset="0"/>
            </a:rPr>
            <a:t>Profitability Improvement: Margin Expansion Through Cloud Mix</a:t>
          </a:r>
          <a:endParaRPr lang="en-GB" sz="2400" b="1" i="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7467" y="37467"/>
        <a:ext cx="9226911" cy="69258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C97C1C-2CCC-4643-8FF5-4D922B66315D}">
      <dsp:nvSpPr>
        <dsp:cNvPr id="0" name=""/>
        <dsp:cNvSpPr/>
      </dsp:nvSpPr>
      <dsp:spPr>
        <a:xfrm>
          <a:off x="0" y="219288"/>
          <a:ext cx="5178960" cy="548506"/>
        </a:xfrm>
        <a:prstGeom prst="roundRect">
          <a:avLst/>
        </a:prstGeom>
        <a:gradFill rotWithShape="0">
          <a:gsLst>
            <a:gs pos="0">
              <a:schemeClr val="tx2">
                <a:lumMod val="50000"/>
                <a:lumOff val="5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25400" cap="flat" cmpd="sng" algn="ctr">
          <a:solidFill>
            <a:srgbClr val="002060"/>
          </a:solidFill>
          <a:prstDash val="solid"/>
          <a:miter lim="800000"/>
        </a:ln>
        <a:effectLst>
          <a:glow rad="240099">
            <a:schemeClr val="accent1">
              <a:alpha val="40000"/>
            </a:schemeClr>
          </a:glow>
        </a:effectLst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latin typeface="Calibri" panose="020F0502020204030204" pitchFamily="34" charset="0"/>
              <a:cs typeface="Calibri" panose="020F0502020204030204" pitchFamily="34" charset="0"/>
            </a:rPr>
            <a:t>💡 KEY INSIGHT: Operating Leverage in Action</a:t>
          </a:r>
        </a:p>
      </dsp:txBody>
      <dsp:txXfrm>
        <a:off x="26776" y="246064"/>
        <a:ext cx="5125408" cy="494954"/>
      </dsp:txXfrm>
    </dsp:sp>
    <dsp:sp modelId="{BC37F171-734A-8B48-A202-9F5ECD321A00}">
      <dsp:nvSpPr>
        <dsp:cNvPr id="0" name=""/>
        <dsp:cNvSpPr/>
      </dsp:nvSpPr>
      <dsp:spPr>
        <a:xfrm>
          <a:off x="0" y="736237"/>
          <a:ext cx="5178960" cy="102611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just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For every 1 percentage point increase in cloud mix, operating  margin improved by approximately 0.98 percentage points.</a:t>
          </a:r>
        </a:p>
        <a:p>
          <a:pPr marL="0" lvl="0" indent="0" algn="just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Calculation: 9.2pp margin improvement ÷ 9.4pp cloud mix increase = 0.98</a:t>
          </a:r>
        </a:p>
      </dsp:txBody>
      <dsp:txXfrm>
        <a:off x="50091" y="786328"/>
        <a:ext cx="5078778" cy="92592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F74DE8-C892-A64D-A5F6-5BBE788DC2FC}">
      <dsp:nvSpPr>
        <dsp:cNvPr id="0" name=""/>
        <dsp:cNvSpPr/>
      </dsp:nvSpPr>
      <dsp:spPr>
        <a:xfrm>
          <a:off x="0" y="1375"/>
          <a:ext cx="666489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rgbClr val="002060"/>
          </a:solidFill>
          <a:prstDash val="solid"/>
          <a:miter lim="800000"/>
        </a:ln>
        <a:effectLst>
          <a:glow>
            <a:schemeClr val="accent1"/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latin typeface="Calibri" panose="020F0502020204030204" pitchFamily="34" charset="0"/>
              <a:cs typeface="Calibri" panose="020F0502020204030204" pitchFamily="34" charset="0"/>
            </a:rPr>
            <a:t>Q4 2025 Statistical Forecast: €5.3B Cloud Revenue</a:t>
          </a:r>
        </a:p>
      </dsp:txBody>
      <dsp:txXfrm>
        <a:off x="31984" y="33359"/>
        <a:ext cx="6600922" cy="59123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1809A-346F-3F40-9C9A-D648F5660D8E}">
      <dsp:nvSpPr>
        <dsp:cNvPr id="0" name=""/>
        <dsp:cNvSpPr/>
      </dsp:nvSpPr>
      <dsp:spPr>
        <a:xfrm>
          <a:off x="0" y="33461"/>
          <a:ext cx="8714698" cy="5893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i="0" kern="1200" dirty="0">
              <a:latin typeface="Calibri" panose="020F0502020204030204" pitchFamily="34" charset="0"/>
              <a:cs typeface="Calibri" panose="020F0502020204030204" pitchFamily="34" charset="0"/>
            </a:rPr>
            <a:t>Geographic Analysis: Concentration Risk &amp; Growth Opportunities</a:t>
          </a:r>
        </a:p>
      </dsp:txBody>
      <dsp:txXfrm>
        <a:off x="28769" y="62230"/>
        <a:ext cx="8657160" cy="53180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467647-0FAD-8E4F-9DDA-57623C9C4318}">
      <dsp:nvSpPr>
        <dsp:cNvPr id="0" name=""/>
        <dsp:cNvSpPr/>
      </dsp:nvSpPr>
      <dsp:spPr>
        <a:xfrm>
          <a:off x="0" y="0"/>
          <a:ext cx="8194596" cy="696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latin typeface="Calibri" panose="020F0502020204030204" pitchFamily="34" charset="0"/>
              <a:cs typeface="Calibri" panose="020F0502020204030204" pitchFamily="34" charset="0"/>
            </a:rPr>
            <a:t>Strategic Implications: What This Means for SAP's Future</a:t>
          </a:r>
        </a:p>
      </dsp:txBody>
      <dsp:txXfrm>
        <a:off x="34014" y="34014"/>
        <a:ext cx="8126568" cy="62876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E61F2F-EC5F-CF45-8BBD-A69745EF20D4}">
      <dsp:nvSpPr>
        <dsp:cNvPr id="0" name=""/>
        <dsp:cNvSpPr/>
      </dsp:nvSpPr>
      <dsp:spPr>
        <a:xfrm>
          <a:off x="0" y="1933"/>
          <a:ext cx="34399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7AD9D-DCB2-C441-8568-7D26BB394C14}">
      <dsp:nvSpPr>
        <dsp:cNvPr id="0" name=""/>
        <dsp:cNvSpPr/>
      </dsp:nvSpPr>
      <dsp:spPr>
        <a:xfrm>
          <a:off x="0" y="1933"/>
          <a:ext cx="687987" cy="1318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latin typeface="Calibri" panose="020F0502020204030204" pitchFamily="34" charset="0"/>
              <a:cs typeface="Calibri" panose="020F0502020204030204" pitchFamily="34" charset="0"/>
            </a:rPr>
            <a:t>Strong Buy Signals:</a:t>
          </a:r>
        </a:p>
      </dsp:txBody>
      <dsp:txXfrm>
        <a:off x="0" y="1933"/>
        <a:ext cx="687987" cy="1318453"/>
      </dsp:txXfrm>
    </dsp:sp>
    <dsp:sp modelId="{284B598C-E457-544A-8CC4-A21C942E9ED8}">
      <dsp:nvSpPr>
        <dsp:cNvPr id="0" name=""/>
        <dsp:cNvSpPr/>
      </dsp:nvSpPr>
      <dsp:spPr>
        <a:xfrm>
          <a:off x="739586" y="17432"/>
          <a:ext cx="2700352" cy="309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Predictable revenue: 87%</a:t>
          </a:r>
        </a:p>
      </dsp:txBody>
      <dsp:txXfrm>
        <a:off x="739586" y="17432"/>
        <a:ext cx="2700352" cy="309978"/>
      </dsp:txXfrm>
    </dsp:sp>
    <dsp:sp modelId="{C82C2343-F958-A547-A8FE-B2C45C8D266D}">
      <dsp:nvSpPr>
        <dsp:cNvPr id="0" name=""/>
        <dsp:cNvSpPr/>
      </dsp:nvSpPr>
      <dsp:spPr>
        <a:xfrm>
          <a:off x="687987" y="327410"/>
          <a:ext cx="2751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D2AEA4-CCF2-5C45-B867-74723946F15F}">
      <dsp:nvSpPr>
        <dsp:cNvPr id="0" name=""/>
        <dsp:cNvSpPr/>
      </dsp:nvSpPr>
      <dsp:spPr>
        <a:xfrm>
          <a:off x="739586" y="342909"/>
          <a:ext cx="2700352" cy="309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High backlog: €18.8B</a:t>
          </a:r>
        </a:p>
      </dsp:txBody>
      <dsp:txXfrm>
        <a:off x="739586" y="342909"/>
        <a:ext cx="2700352" cy="309978"/>
      </dsp:txXfrm>
    </dsp:sp>
    <dsp:sp modelId="{04724DB5-5984-1941-9A48-901E599A5167}">
      <dsp:nvSpPr>
        <dsp:cNvPr id="0" name=""/>
        <dsp:cNvSpPr/>
      </dsp:nvSpPr>
      <dsp:spPr>
        <a:xfrm>
          <a:off x="687987" y="652887"/>
          <a:ext cx="2751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448D7A-E591-9C42-A209-B516862A3F85}">
      <dsp:nvSpPr>
        <dsp:cNvPr id="0" name=""/>
        <dsp:cNvSpPr/>
      </dsp:nvSpPr>
      <dsp:spPr>
        <a:xfrm>
          <a:off x="739586" y="668386"/>
          <a:ext cx="2700352" cy="309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Margin expansion: +920bp</a:t>
          </a:r>
        </a:p>
      </dsp:txBody>
      <dsp:txXfrm>
        <a:off x="739586" y="668386"/>
        <a:ext cx="2700352" cy="309978"/>
      </dsp:txXfrm>
    </dsp:sp>
    <dsp:sp modelId="{5441D71C-47D0-F249-A6A4-3FE3AA520A31}">
      <dsp:nvSpPr>
        <dsp:cNvPr id="0" name=""/>
        <dsp:cNvSpPr/>
      </dsp:nvSpPr>
      <dsp:spPr>
        <a:xfrm>
          <a:off x="687987" y="978364"/>
          <a:ext cx="2751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56E548-21C2-0845-A244-3D835AEBAB1A}">
      <dsp:nvSpPr>
        <dsp:cNvPr id="0" name=""/>
        <dsp:cNvSpPr/>
      </dsp:nvSpPr>
      <dsp:spPr>
        <a:xfrm>
          <a:off x="739586" y="993863"/>
          <a:ext cx="2700352" cy="309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Low volatility: CV </a:t>
          </a:r>
          <a:endParaRPr lang="en-US" sz="1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39586" y="993863"/>
        <a:ext cx="2700352" cy="309978"/>
      </dsp:txXfrm>
    </dsp:sp>
    <dsp:sp modelId="{7B16A69E-00C7-2F47-B34C-88DF81BF6A4C}">
      <dsp:nvSpPr>
        <dsp:cNvPr id="0" name=""/>
        <dsp:cNvSpPr/>
      </dsp:nvSpPr>
      <dsp:spPr>
        <a:xfrm>
          <a:off x="687987" y="1303841"/>
          <a:ext cx="2751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904285-85AC-914B-A22A-60B1451A4819}">
      <dsp:nvSpPr>
        <dsp:cNvPr id="0" name=""/>
        <dsp:cNvSpPr/>
      </dsp:nvSpPr>
      <dsp:spPr>
        <a:xfrm>
          <a:off x="0" y="1320386"/>
          <a:ext cx="34399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C5518E-6381-5B45-9C52-EDC037595497}">
      <dsp:nvSpPr>
        <dsp:cNvPr id="0" name=""/>
        <dsp:cNvSpPr/>
      </dsp:nvSpPr>
      <dsp:spPr>
        <a:xfrm>
          <a:off x="0" y="1320386"/>
          <a:ext cx="687987" cy="1318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latin typeface="Calibri" panose="020F0502020204030204" pitchFamily="34" charset="0"/>
              <a:cs typeface="Calibri" panose="020F0502020204030204" pitchFamily="34" charset="0"/>
            </a:rPr>
            <a:t>Valuation Insight:</a:t>
          </a:r>
        </a:p>
      </dsp:txBody>
      <dsp:txXfrm>
        <a:off x="0" y="1320386"/>
        <a:ext cx="687987" cy="1318453"/>
      </dsp:txXfrm>
    </dsp:sp>
    <dsp:sp modelId="{110B965D-5957-1540-AA5F-F7E9991F4295}">
      <dsp:nvSpPr>
        <dsp:cNvPr id="0" name=""/>
        <dsp:cNvSpPr/>
      </dsp:nvSpPr>
      <dsp:spPr>
        <a:xfrm>
          <a:off x="739586" y="1332811"/>
          <a:ext cx="2700352" cy="248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Cloud multiples: 8-12× revenue</a:t>
          </a:r>
        </a:p>
      </dsp:txBody>
      <dsp:txXfrm>
        <a:off x="739586" y="1332811"/>
        <a:ext cx="2700352" cy="248497"/>
      </dsp:txXfrm>
    </dsp:sp>
    <dsp:sp modelId="{A27BAA11-F342-5240-ACB2-C33F2F296C76}">
      <dsp:nvSpPr>
        <dsp:cNvPr id="0" name=""/>
        <dsp:cNvSpPr/>
      </dsp:nvSpPr>
      <dsp:spPr>
        <a:xfrm>
          <a:off x="687987" y="1581308"/>
          <a:ext cx="2751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E0A3FA-1E16-F447-8C5A-DA7086A3FB36}">
      <dsp:nvSpPr>
        <dsp:cNvPr id="0" name=""/>
        <dsp:cNvSpPr/>
      </dsp:nvSpPr>
      <dsp:spPr>
        <a:xfrm>
          <a:off x="739586" y="1593733"/>
          <a:ext cx="2700352" cy="248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If applied to SAP cloud:</a:t>
          </a:r>
        </a:p>
      </dsp:txBody>
      <dsp:txXfrm>
        <a:off x="739586" y="1593733"/>
        <a:ext cx="2700352" cy="248497"/>
      </dsp:txXfrm>
    </dsp:sp>
    <dsp:sp modelId="{936D5841-1E03-E74F-9789-320281EADD70}">
      <dsp:nvSpPr>
        <dsp:cNvPr id="0" name=""/>
        <dsp:cNvSpPr/>
      </dsp:nvSpPr>
      <dsp:spPr>
        <a:xfrm>
          <a:off x="687987" y="1842231"/>
          <a:ext cx="2751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A5EA68-7E62-614D-9305-EC379AF73A23}">
      <dsp:nvSpPr>
        <dsp:cNvPr id="0" name=""/>
        <dsp:cNvSpPr/>
      </dsp:nvSpPr>
      <dsp:spPr>
        <a:xfrm>
          <a:off x="739586" y="1854656"/>
          <a:ext cx="2700352" cy="248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Calibri" panose="020F0502020204030204" pitchFamily="34" charset="0"/>
              <a:cs typeface="Calibri" panose="020F0502020204030204" pitchFamily="34" charset="0"/>
            </a:rPr>
            <a:t>€20.7B × 10 = €207B value</a:t>
          </a:r>
          <a:endParaRPr lang="en-GB" sz="1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39586" y="1854656"/>
        <a:ext cx="2700352" cy="248497"/>
      </dsp:txXfrm>
    </dsp:sp>
    <dsp:sp modelId="{F4883118-600F-0A4C-A208-E617B9166B18}">
      <dsp:nvSpPr>
        <dsp:cNvPr id="0" name=""/>
        <dsp:cNvSpPr/>
      </dsp:nvSpPr>
      <dsp:spPr>
        <a:xfrm>
          <a:off x="687987" y="2103153"/>
          <a:ext cx="2751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BABAF0-67F6-AF43-8C30-9DD08114E551}">
      <dsp:nvSpPr>
        <dsp:cNvPr id="0" name=""/>
        <dsp:cNvSpPr/>
      </dsp:nvSpPr>
      <dsp:spPr>
        <a:xfrm>
          <a:off x="739586" y="2115578"/>
          <a:ext cx="2700352" cy="248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Current SAP market cap: ~€240B</a:t>
          </a:r>
        </a:p>
      </dsp:txBody>
      <dsp:txXfrm>
        <a:off x="739586" y="2115578"/>
        <a:ext cx="2700352" cy="248497"/>
      </dsp:txXfrm>
    </dsp:sp>
    <dsp:sp modelId="{D8A93E00-EC47-4C41-8C17-484BC9869BA1}">
      <dsp:nvSpPr>
        <dsp:cNvPr id="0" name=""/>
        <dsp:cNvSpPr/>
      </dsp:nvSpPr>
      <dsp:spPr>
        <a:xfrm>
          <a:off x="687987" y="2364076"/>
          <a:ext cx="2751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51D83-6654-F846-9EFB-F4E714515BFD}">
      <dsp:nvSpPr>
        <dsp:cNvPr id="0" name=""/>
        <dsp:cNvSpPr/>
      </dsp:nvSpPr>
      <dsp:spPr>
        <a:xfrm>
          <a:off x="739586" y="2376500"/>
          <a:ext cx="2700352" cy="248497"/>
        </a:xfrm>
        <a:prstGeom prst="rect">
          <a:avLst/>
        </a:prstGeom>
        <a:noFill/>
        <a:ln>
          <a:solidFill>
            <a:schemeClr val="accent1">
              <a:tint val="50000"/>
              <a:hueOff val="0"/>
              <a:satOff val="0"/>
              <a:lumOff val="0"/>
            </a:schemeClr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Cloud already represents 86% of value</a:t>
          </a:r>
          <a:endParaRPr lang="en-US" sz="1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39586" y="2376500"/>
        <a:ext cx="2700352" cy="248497"/>
      </dsp:txXfrm>
    </dsp:sp>
    <dsp:sp modelId="{A0243A2F-0EB6-0545-8A18-5D35143402E9}">
      <dsp:nvSpPr>
        <dsp:cNvPr id="0" name=""/>
        <dsp:cNvSpPr/>
      </dsp:nvSpPr>
      <dsp:spPr>
        <a:xfrm>
          <a:off x="687987" y="2624998"/>
          <a:ext cx="2751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C993C-8210-EF48-8CB9-E28CBAC13C26}">
      <dsp:nvSpPr>
        <dsp:cNvPr id="0" name=""/>
        <dsp:cNvSpPr/>
      </dsp:nvSpPr>
      <dsp:spPr>
        <a:xfrm>
          <a:off x="0" y="2638839"/>
          <a:ext cx="34399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CCDD5-9A78-B242-86B8-9931F57F84E8}">
      <dsp:nvSpPr>
        <dsp:cNvPr id="0" name=""/>
        <dsp:cNvSpPr/>
      </dsp:nvSpPr>
      <dsp:spPr>
        <a:xfrm>
          <a:off x="0" y="2638839"/>
          <a:ext cx="687987" cy="1318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latin typeface="Calibri" panose="020F0502020204030204" pitchFamily="34" charset="0"/>
              <a:cs typeface="Calibri" panose="020F0502020204030204" pitchFamily="34" charset="0"/>
            </a:rPr>
            <a:t>Risk Factor</a:t>
          </a:r>
          <a:endParaRPr lang="en-US" sz="1200" b="1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2638839"/>
        <a:ext cx="687987" cy="1318453"/>
      </dsp:txXfrm>
    </dsp:sp>
    <dsp:sp modelId="{0C3F46C2-AFA3-F548-98A6-AD198BD5A08B}">
      <dsp:nvSpPr>
        <dsp:cNvPr id="0" name=""/>
        <dsp:cNvSpPr/>
      </dsp:nvSpPr>
      <dsp:spPr>
        <a:xfrm>
          <a:off x="739586" y="2669483"/>
          <a:ext cx="2700352" cy="61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Geographic concentration (HHI: 3,648)</a:t>
          </a:r>
          <a:endParaRPr lang="en-US" sz="1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39586" y="2669483"/>
        <a:ext cx="2700352" cy="612874"/>
      </dsp:txXfrm>
    </dsp:sp>
    <dsp:sp modelId="{857BAF2A-8A60-2C43-8623-919E3F0FF618}">
      <dsp:nvSpPr>
        <dsp:cNvPr id="0" name=""/>
        <dsp:cNvSpPr/>
      </dsp:nvSpPr>
      <dsp:spPr>
        <a:xfrm>
          <a:off x="687987" y="3282358"/>
          <a:ext cx="2751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7FC02-714C-714E-929A-C2FFF621EE7E}">
      <dsp:nvSpPr>
        <dsp:cNvPr id="0" name=""/>
        <dsp:cNvSpPr/>
      </dsp:nvSpPr>
      <dsp:spPr>
        <a:xfrm>
          <a:off x="739586" y="3313001"/>
          <a:ext cx="2700352" cy="61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Calibri" panose="020F0502020204030204" pitchFamily="34" charset="0"/>
              <a:cs typeface="Calibri" panose="020F0502020204030204" pitchFamily="34" charset="0"/>
            </a:rPr>
            <a:t>Mitigation: APJ diversification</a:t>
          </a:r>
          <a:endParaRPr lang="en-US" sz="1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39586" y="3313001"/>
        <a:ext cx="2700352" cy="612874"/>
      </dsp:txXfrm>
    </dsp:sp>
    <dsp:sp modelId="{C24165E3-221B-F44E-8450-4DD2FCA4F73F}">
      <dsp:nvSpPr>
        <dsp:cNvPr id="0" name=""/>
        <dsp:cNvSpPr/>
      </dsp:nvSpPr>
      <dsp:spPr>
        <a:xfrm>
          <a:off x="687987" y="3925876"/>
          <a:ext cx="2751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F781EF-F2FC-2A41-ABB8-7BF325755DB1}">
      <dsp:nvSpPr>
        <dsp:cNvPr id="0" name=""/>
        <dsp:cNvSpPr/>
      </dsp:nvSpPr>
      <dsp:spPr>
        <a:xfrm>
          <a:off x="0" y="0"/>
          <a:ext cx="36690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9D91CA-7ED9-6341-8C74-1021D04F5882}">
      <dsp:nvSpPr>
        <dsp:cNvPr id="0" name=""/>
        <dsp:cNvSpPr/>
      </dsp:nvSpPr>
      <dsp:spPr>
        <a:xfrm>
          <a:off x="0" y="0"/>
          <a:ext cx="733810" cy="1979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latin typeface="Calibri" panose="020F0502020204030204" pitchFamily="34" charset="0"/>
              <a:cs typeface="Calibri" panose="020F0502020204030204" pitchFamily="34" charset="0"/>
            </a:rPr>
            <a:t>Execution Success:</a:t>
          </a:r>
        </a:p>
      </dsp:txBody>
      <dsp:txXfrm>
        <a:off x="0" y="0"/>
        <a:ext cx="733810" cy="1979612"/>
      </dsp:txXfrm>
    </dsp:sp>
    <dsp:sp modelId="{5E9DB2AF-79AD-F24B-9BDA-486625E313A5}">
      <dsp:nvSpPr>
        <dsp:cNvPr id="0" name=""/>
        <dsp:cNvSpPr/>
      </dsp:nvSpPr>
      <dsp:spPr>
        <a:xfrm>
          <a:off x="788845" y="23271"/>
          <a:ext cx="2880205" cy="465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Transformation 65% complete</a:t>
          </a:r>
        </a:p>
      </dsp:txBody>
      <dsp:txXfrm>
        <a:off x="788845" y="23271"/>
        <a:ext cx="2880205" cy="465421"/>
      </dsp:txXfrm>
    </dsp:sp>
    <dsp:sp modelId="{9BB85CB4-2CA1-AC4A-9E16-E3DD91C5D7AE}">
      <dsp:nvSpPr>
        <dsp:cNvPr id="0" name=""/>
        <dsp:cNvSpPr/>
      </dsp:nvSpPr>
      <dsp:spPr>
        <a:xfrm>
          <a:off x="733810" y="488692"/>
          <a:ext cx="2935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545250-27EA-1F43-8486-C935880E6D6F}">
      <dsp:nvSpPr>
        <dsp:cNvPr id="0" name=""/>
        <dsp:cNvSpPr/>
      </dsp:nvSpPr>
      <dsp:spPr>
        <a:xfrm>
          <a:off x="788845" y="511963"/>
          <a:ext cx="2880205" cy="465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(58% cloud mix, target: 70%+)</a:t>
          </a:r>
        </a:p>
      </dsp:txBody>
      <dsp:txXfrm>
        <a:off x="788845" y="511963"/>
        <a:ext cx="2880205" cy="465421"/>
      </dsp:txXfrm>
    </dsp:sp>
    <dsp:sp modelId="{6D5AEA72-D3D4-B544-809E-C5CBB3A5DA4D}">
      <dsp:nvSpPr>
        <dsp:cNvPr id="0" name=""/>
        <dsp:cNvSpPr/>
      </dsp:nvSpPr>
      <dsp:spPr>
        <a:xfrm>
          <a:off x="733810" y="977385"/>
          <a:ext cx="2935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833B1B-E2DF-FC4C-BA6A-D0C1DAAB47A0}">
      <dsp:nvSpPr>
        <dsp:cNvPr id="0" name=""/>
        <dsp:cNvSpPr/>
      </dsp:nvSpPr>
      <dsp:spPr>
        <a:xfrm>
          <a:off x="788845" y="1000656"/>
          <a:ext cx="2880205" cy="465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Calibri" panose="020F0502020204030204" pitchFamily="34" charset="0"/>
              <a:cs typeface="Calibri" panose="020F0502020204030204" pitchFamily="34" charset="0"/>
            </a:rPr>
            <a:t>Margin discipline maintained</a:t>
          </a:r>
          <a:endParaRPr lang="en-GB" sz="1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88845" y="1000656"/>
        <a:ext cx="2880205" cy="465421"/>
      </dsp:txXfrm>
    </dsp:sp>
    <dsp:sp modelId="{6163FE5F-69CA-5247-960C-EF23A70D0D2E}">
      <dsp:nvSpPr>
        <dsp:cNvPr id="0" name=""/>
        <dsp:cNvSpPr/>
      </dsp:nvSpPr>
      <dsp:spPr>
        <a:xfrm>
          <a:off x="733810" y="1466078"/>
          <a:ext cx="2935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DD7EBF-0B69-4440-BD29-9F04E35A48FC}">
      <dsp:nvSpPr>
        <dsp:cNvPr id="0" name=""/>
        <dsp:cNvSpPr/>
      </dsp:nvSpPr>
      <dsp:spPr>
        <a:xfrm>
          <a:off x="788845" y="1489349"/>
          <a:ext cx="2880205" cy="465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Customer retention strong</a:t>
          </a:r>
        </a:p>
      </dsp:txBody>
      <dsp:txXfrm>
        <a:off x="788845" y="1489349"/>
        <a:ext cx="2880205" cy="465421"/>
      </dsp:txXfrm>
    </dsp:sp>
    <dsp:sp modelId="{D74F4394-8649-6D44-9EA3-B3C100554497}">
      <dsp:nvSpPr>
        <dsp:cNvPr id="0" name=""/>
        <dsp:cNvSpPr/>
      </dsp:nvSpPr>
      <dsp:spPr>
        <a:xfrm>
          <a:off x="733810" y="1954771"/>
          <a:ext cx="2935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0339C-1096-0145-A3FB-6E0559633242}">
      <dsp:nvSpPr>
        <dsp:cNvPr id="0" name=""/>
        <dsp:cNvSpPr/>
      </dsp:nvSpPr>
      <dsp:spPr>
        <a:xfrm>
          <a:off x="0" y="1979612"/>
          <a:ext cx="36690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AB46CD-5D21-DA43-A2FE-043184239B8B}">
      <dsp:nvSpPr>
        <dsp:cNvPr id="0" name=""/>
        <dsp:cNvSpPr/>
      </dsp:nvSpPr>
      <dsp:spPr>
        <a:xfrm>
          <a:off x="0" y="1979612"/>
          <a:ext cx="733810" cy="1979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latin typeface="Calibri" panose="020F0502020204030204" pitchFamily="34" charset="0"/>
              <a:cs typeface="Calibri" panose="020F0502020204030204" pitchFamily="34" charset="0"/>
            </a:rPr>
            <a:t>Priorities for 2026:</a:t>
          </a:r>
        </a:p>
      </dsp:txBody>
      <dsp:txXfrm>
        <a:off x="0" y="1979612"/>
        <a:ext cx="733810" cy="1979612"/>
      </dsp:txXfrm>
    </dsp:sp>
    <dsp:sp modelId="{A8CB1DA9-A78B-244A-BBF1-A613DFF5E4EC}">
      <dsp:nvSpPr>
        <dsp:cNvPr id="0" name=""/>
        <dsp:cNvSpPr/>
      </dsp:nvSpPr>
      <dsp:spPr>
        <a:xfrm>
          <a:off x="788845" y="2002884"/>
          <a:ext cx="2880205" cy="465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 Accelerate APJ expansion</a:t>
          </a:r>
          <a:b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- Target: €1.5B cloud revenue</a:t>
          </a:r>
        </a:p>
      </dsp:txBody>
      <dsp:txXfrm>
        <a:off x="788845" y="2002884"/>
        <a:ext cx="2880205" cy="465421"/>
      </dsp:txXfrm>
    </dsp:sp>
    <dsp:sp modelId="{A1DEC5D2-B02B-BB42-940C-7F703B8C35B0}">
      <dsp:nvSpPr>
        <dsp:cNvPr id="0" name=""/>
        <dsp:cNvSpPr/>
      </dsp:nvSpPr>
      <dsp:spPr>
        <a:xfrm>
          <a:off x="733810" y="2468305"/>
          <a:ext cx="2935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814818-167F-214D-9EC2-8AAAB5449310}">
      <dsp:nvSpPr>
        <dsp:cNvPr id="0" name=""/>
        <dsp:cNvSpPr/>
      </dsp:nvSpPr>
      <dsp:spPr>
        <a:xfrm>
          <a:off x="788845" y="2491576"/>
          <a:ext cx="2880205" cy="465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 Maintain margin trajectory</a:t>
          </a:r>
          <a:b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- Target: 76-77% cloud margin</a:t>
          </a:r>
        </a:p>
      </dsp:txBody>
      <dsp:txXfrm>
        <a:off x="788845" y="2491576"/>
        <a:ext cx="2880205" cy="465421"/>
      </dsp:txXfrm>
    </dsp:sp>
    <dsp:sp modelId="{26C4114C-E084-A64F-9571-EC5ACF16E824}">
      <dsp:nvSpPr>
        <dsp:cNvPr id="0" name=""/>
        <dsp:cNvSpPr/>
      </dsp:nvSpPr>
      <dsp:spPr>
        <a:xfrm>
          <a:off x="733810" y="2956998"/>
          <a:ext cx="2935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66BB8F-27AF-764F-9978-798C53ABFAD0}">
      <dsp:nvSpPr>
        <dsp:cNvPr id="0" name=""/>
        <dsp:cNvSpPr/>
      </dsp:nvSpPr>
      <dsp:spPr>
        <a:xfrm>
          <a:off x="788845" y="2980269"/>
          <a:ext cx="2880205" cy="465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 Capture Q4 seasonality</a:t>
          </a:r>
          <a:b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- Required: €6.0B+ to meet guidance</a:t>
          </a:r>
        </a:p>
      </dsp:txBody>
      <dsp:txXfrm>
        <a:off x="788845" y="2980269"/>
        <a:ext cx="2880205" cy="465421"/>
      </dsp:txXfrm>
    </dsp:sp>
    <dsp:sp modelId="{6ED5BD7F-B525-F54C-B17E-B9DB6AAE0EBC}">
      <dsp:nvSpPr>
        <dsp:cNvPr id="0" name=""/>
        <dsp:cNvSpPr/>
      </dsp:nvSpPr>
      <dsp:spPr>
        <a:xfrm>
          <a:off x="733810" y="3445691"/>
          <a:ext cx="2935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9127A-8D28-1645-92EB-33E131ED6597}">
      <dsp:nvSpPr>
        <dsp:cNvPr id="0" name=""/>
        <dsp:cNvSpPr/>
      </dsp:nvSpPr>
      <dsp:spPr>
        <a:xfrm>
          <a:off x="788845" y="3468962"/>
          <a:ext cx="2880205" cy="465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 Reduce geographic risk</a:t>
          </a:r>
          <a:b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- Target: HHI &lt; 3,000</a:t>
          </a:r>
        </a:p>
      </dsp:txBody>
      <dsp:txXfrm>
        <a:off x="788845" y="3468962"/>
        <a:ext cx="2880205" cy="465421"/>
      </dsp:txXfrm>
    </dsp:sp>
    <dsp:sp modelId="{8A19F48E-DFB4-EA47-A16A-BBB8E24AB624}">
      <dsp:nvSpPr>
        <dsp:cNvPr id="0" name=""/>
        <dsp:cNvSpPr/>
      </dsp:nvSpPr>
      <dsp:spPr>
        <a:xfrm>
          <a:off x="733810" y="3934384"/>
          <a:ext cx="2935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842607-54CA-9B46-A47B-30D2C606E788}">
      <dsp:nvSpPr>
        <dsp:cNvPr id="0" name=""/>
        <dsp:cNvSpPr/>
      </dsp:nvSpPr>
      <dsp:spPr>
        <a:xfrm>
          <a:off x="0" y="1933"/>
          <a:ext cx="34399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2A4873F-4E12-E046-A9BC-73C3179184D6}">
      <dsp:nvSpPr>
        <dsp:cNvPr id="0" name=""/>
        <dsp:cNvSpPr/>
      </dsp:nvSpPr>
      <dsp:spPr>
        <a:xfrm>
          <a:off x="0" y="1933"/>
          <a:ext cx="687988" cy="1318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latin typeface="Calibri" panose="020F0502020204030204" pitchFamily="34" charset="0"/>
              <a:cs typeface="Calibri" panose="020F0502020204030204" pitchFamily="34" charset="0"/>
            </a:rPr>
            <a:t>Market Position:</a:t>
          </a:r>
        </a:p>
      </dsp:txBody>
      <dsp:txXfrm>
        <a:off x="0" y="1933"/>
        <a:ext cx="687988" cy="1318453"/>
      </dsp:txXfrm>
    </dsp:sp>
    <dsp:sp modelId="{ADB8A354-02DB-8842-B6C0-A7BE7433A696}">
      <dsp:nvSpPr>
        <dsp:cNvPr id="0" name=""/>
        <dsp:cNvSpPr/>
      </dsp:nvSpPr>
      <dsp:spPr>
        <a:xfrm>
          <a:off x="739587" y="22534"/>
          <a:ext cx="2700352" cy="412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Cloud ERP Suite: €18.3B run-rate</a:t>
          </a:r>
          <a:endParaRPr lang="en-GB" sz="1200" kern="1200" dirty="0"/>
        </a:p>
      </dsp:txBody>
      <dsp:txXfrm>
        <a:off x="739587" y="22534"/>
        <a:ext cx="2700352" cy="412016"/>
      </dsp:txXfrm>
    </dsp:sp>
    <dsp:sp modelId="{C4AC882C-AB7B-7E4F-8A1B-C93DD9EB6C7F}">
      <dsp:nvSpPr>
        <dsp:cNvPr id="0" name=""/>
        <dsp:cNvSpPr/>
      </dsp:nvSpPr>
      <dsp:spPr>
        <a:xfrm>
          <a:off x="687987" y="434550"/>
          <a:ext cx="27519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8603EBE-5EDB-6640-BF2D-B67F79CAC760}">
      <dsp:nvSpPr>
        <dsp:cNvPr id="0" name=""/>
        <dsp:cNvSpPr/>
      </dsp:nvSpPr>
      <dsp:spPr>
        <a:xfrm>
          <a:off x="739587" y="455151"/>
          <a:ext cx="2700352" cy="412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Extension Suite: €2.5B run-rate</a:t>
          </a:r>
        </a:p>
      </dsp:txBody>
      <dsp:txXfrm>
        <a:off x="739587" y="455151"/>
        <a:ext cx="2700352" cy="412016"/>
      </dsp:txXfrm>
    </dsp:sp>
    <dsp:sp modelId="{B1F2731C-1488-9644-A51D-0694516AE08A}">
      <dsp:nvSpPr>
        <dsp:cNvPr id="0" name=""/>
        <dsp:cNvSpPr/>
      </dsp:nvSpPr>
      <dsp:spPr>
        <a:xfrm>
          <a:off x="687987" y="867168"/>
          <a:ext cx="27519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1DE86AB-93EB-1D45-9FEF-5B7A35437D9F}">
      <dsp:nvSpPr>
        <dsp:cNvPr id="0" name=""/>
        <dsp:cNvSpPr/>
      </dsp:nvSpPr>
      <dsp:spPr>
        <a:xfrm>
          <a:off x="739587" y="887768"/>
          <a:ext cx="2700352" cy="412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RISE with SAP: Key driver</a:t>
          </a:r>
        </a:p>
      </dsp:txBody>
      <dsp:txXfrm>
        <a:off x="739587" y="887768"/>
        <a:ext cx="2700352" cy="412016"/>
      </dsp:txXfrm>
    </dsp:sp>
    <dsp:sp modelId="{51FC4524-9430-4446-9641-79372815690D}">
      <dsp:nvSpPr>
        <dsp:cNvPr id="0" name=""/>
        <dsp:cNvSpPr/>
      </dsp:nvSpPr>
      <dsp:spPr>
        <a:xfrm>
          <a:off x="687987" y="1299785"/>
          <a:ext cx="27519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ECC4FAD-919B-A746-A9F5-2BA829A3BB66}">
      <dsp:nvSpPr>
        <dsp:cNvPr id="0" name=""/>
        <dsp:cNvSpPr/>
      </dsp:nvSpPr>
      <dsp:spPr>
        <a:xfrm>
          <a:off x="0" y="1320386"/>
          <a:ext cx="34399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C654712-4AB8-0845-828E-217B3D0EBE53}">
      <dsp:nvSpPr>
        <dsp:cNvPr id="0" name=""/>
        <dsp:cNvSpPr/>
      </dsp:nvSpPr>
      <dsp:spPr>
        <a:xfrm>
          <a:off x="0" y="1320386"/>
          <a:ext cx="687988" cy="1318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>
              <a:latin typeface="Calibri" panose="020F0502020204030204" pitchFamily="34" charset="0"/>
              <a:cs typeface="Calibri" panose="020F0502020204030204" pitchFamily="34" charset="0"/>
            </a:rPr>
            <a:t>BTP's Strategic Role:</a:t>
          </a:r>
          <a:endParaRPr lang="en-GB" sz="1200" b="1" kern="1200" dirty="0">
            <a:latin typeface="Calibri" panose="020F0502020204030204" pitchFamily="34" charset="0"/>
            <a:ea typeface="+mn-ea"/>
            <a:cs typeface="Calibri" panose="020F0502020204030204" pitchFamily="34" charset="0"/>
          </a:endParaRPr>
        </a:p>
      </dsp:txBody>
      <dsp:txXfrm>
        <a:off x="0" y="1320386"/>
        <a:ext cx="687988" cy="1318453"/>
      </dsp:txXfrm>
    </dsp:sp>
    <dsp:sp modelId="{937B87E2-76C4-9143-A134-5EADF385984F}">
      <dsp:nvSpPr>
        <dsp:cNvPr id="0" name=""/>
        <dsp:cNvSpPr/>
      </dsp:nvSpPr>
      <dsp:spPr>
        <a:xfrm>
          <a:off x="739587" y="1351030"/>
          <a:ext cx="2700352" cy="612874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While exact revenue not disclosed, BTP is included in Cloud ERP Suite and RISE with SAP packages.</a:t>
          </a:r>
          <a:endParaRPr lang="en-GB" sz="1200" kern="1200" dirty="0"/>
        </a:p>
      </dsp:txBody>
      <dsp:txXfrm>
        <a:off x="739587" y="1351030"/>
        <a:ext cx="2700352" cy="612874"/>
      </dsp:txXfrm>
    </dsp:sp>
    <dsp:sp modelId="{6CA345AB-D4FD-8245-A745-202660954336}">
      <dsp:nvSpPr>
        <dsp:cNvPr id="0" name=""/>
        <dsp:cNvSpPr/>
      </dsp:nvSpPr>
      <dsp:spPr>
        <a:xfrm>
          <a:off x="687987" y="1963904"/>
          <a:ext cx="27519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3D9BC35-FA1D-DF42-AFDF-C0B7B04D1DC2}">
      <dsp:nvSpPr>
        <dsp:cNvPr id="0" name=""/>
        <dsp:cNvSpPr/>
      </dsp:nvSpPr>
      <dsp:spPr>
        <a:xfrm>
          <a:off x="739587" y="1994548"/>
          <a:ext cx="2700352" cy="61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Customer adoption in 63% of deals &gt;€5M suggests high attach rate in enterprise segment.</a:t>
          </a:r>
        </a:p>
      </dsp:txBody>
      <dsp:txXfrm>
        <a:off x="739587" y="1994548"/>
        <a:ext cx="2700352" cy="612874"/>
      </dsp:txXfrm>
    </dsp:sp>
    <dsp:sp modelId="{467B1678-6F7F-6B44-A105-B40B63EA6973}">
      <dsp:nvSpPr>
        <dsp:cNvPr id="0" name=""/>
        <dsp:cNvSpPr/>
      </dsp:nvSpPr>
      <dsp:spPr>
        <a:xfrm>
          <a:off x="687987" y="2607423"/>
          <a:ext cx="27519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CCFCAAE-47A0-404A-B4CE-066035FAEB67}">
      <dsp:nvSpPr>
        <dsp:cNvPr id="0" name=""/>
        <dsp:cNvSpPr/>
      </dsp:nvSpPr>
      <dsp:spPr>
        <a:xfrm>
          <a:off x="0" y="2638839"/>
          <a:ext cx="34399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2ADBA1E-1EB8-594B-9008-189DA3A33D7C}">
      <dsp:nvSpPr>
        <dsp:cNvPr id="0" name=""/>
        <dsp:cNvSpPr/>
      </dsp:nvSpPr>
      <dsp:spPr>
        <a:xfrm>
          <a:off x="0" y="2638839"/>
          <a:ext cx="687988" cy="1318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latin typeface="Calibri" panose="020F0502020204030204" pitchFamily="34" charset="0"/>
              <a:cs typeface="Calibri" panose="020F0502020204030204" pitchFamily="34" charset="0"/>
            </a:rPr>
            <a:t>2026 Opportunity:</a:t>
          </a:r>
        </a:p>
      </dsp:txBody>
      <dsp:txXfrm>
        <a:off x="0" y="2638839"/>
        <a:ext cx="687988" cy="1318453"/>
      </dsp:txXfrm>
    </dsp:sp>
    <dsp:sp modelId="{0B1C9BA2-A2B3-9A4D-A060-BBEA77562B0D}">
      <dsp:nvSpPr>
        <dsp:cNvPr id="0" name=""/>
        <dsp:cNvSpPr/>
      </dsp:nvSpPr>
      <dsp:spPr>
        <a:xfrm>
          <a:off x="739587" y="2669483"/>
          <a:ext cx="2700352" cy="61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As cloud grows to €23-25B, integrated platform components grow proportionally.</a:t>
          </a:r>
        </a:p>
      </dsp:txBody>
      <dsp:txXfrm>
        <a:off x="739587" y="2669483"/>
        <a:ext cx="2700352" cy="612874"/>
      </dsp:txXfrm>
    </dsp:sp>
    <dsp:sp modelId="{FEECC528-951F-DC45-8BEC-0ED890B4EF45}">
      <dsp:nvSpPr>
        <dsp:cNvPr id="0" name=""/>
        <dsp:cNvSpPr/>
      </dsp:nvSpPr>
      <dsp:spPr>
        <a:xfrm>
          <a:off x="687987" y="3282358"/>
          <a:ext cx="27519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1C46DDE-FC07-4A4B-87FA-FAD7CA4A9BBD}">
      <dsp:nvSpPr>
        <dsp:cNvPr id="0" name=""/>
        <dsp:cNvSpPr/>
      </dsp:nvSpPr>
      <dsp:spPr>
        <a:xfrm>
          <a:off x="739587" y="3313001"/>
          <a:ext cx="2700352" cy="61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Focus: Enterprise integration, AI enablement, data fabric</a:t>
          </a:r>
        </a:p>
      </dsp:txBody>
      <dsp:txXfrm>
        <a:off x="739587" y="3313001"/>
        <a:ext cx="2700352" cy="612874"/>
      </dsp:txXfrm>
    </dsp:sp>
    <dsp:sp modelId="{9D82DEC1-B055-6343-B20F-1961BBB7D960}">
      <dsp:nvSpPr>
        <dsp:cNvPr id="0" name=""/>
        <dsp:cNvSpPr/>
      </dsp:nvSpPr>
      <dsp:spPr>
        <a:xfrm>
          <a:off x="687987" y="3925876"/>
          <a:ext cx="27519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BB9FF3-CE2D-8E4A-A574-3E73EBD93192}">
      <dsp:nvSpPr>
        <dsp:cNvPr id="0" name=""/>
        <dsp:cNvSpPr/>
      </dsp:nvSpPr>
      <dsp:spPr>
        <a:xfrm>
          <a:off x="0" y="5167"/>
          <a:ext cx="5367727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latin typeface="Calibri" panose="020F0502020204030204" pitchFamily="34" charset="0"/>
              <a:cs typeface="Calibri" panose="020F0502020204030204" pitchFamily="34" charset="0"/>
            </a:rPr>
            <a:t>Methodology: Ensuring Analytical Rigor</a:t>
          </a:r>
        </a:p>
      </dsp:txBody>
      <dsp:txXfrm>
        <a:off x="36553" y="41720"/>
        <a:ext cx="5294621" cy="67569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81153-86B9-2B41-A115-1CEA758A167D}">
      <dsp:nvSpPr>
        <dsp:cNvPr id="0" name=""/>
        <dsp:cNvSpPr/>
      </dsp:nvSpPr>
      <dsp:spPr>
        <a:xfrm>
          <a:off x="0" y="0"/>
          <a:ext cx="568452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37C295-4194-CB41-BE9D-851DB71859CD}">
      <dsp:nvSpPr>
        <dsp:cNvPr id="0" name=""/>
        <dsp:cNvSpPr/>
      </dsp:nvSpPr>
      <dsp:spPr>
        <a:xfrm>
          <a:off x="0" y="0"/>
          <a:ext cx="1136904" cy="4294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vert270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>
              <a:latin typeface="Calibri" panose="020F0502020204030204" pitchFamily="34" charset="0"/>
              <a:cs typeface="Calibri" panose="020F0502020204030204" pitchFamily="34" charset="0"/>
            </a:rPr>
            <a:t>Data Sources</a:t>
          </a:r>
        </a:p>
      </dsp:txBody>
      <dsp:txXfrm>
        <a:off x="0" y="0"/>
        <a:ext cx="1136904" cy="4294293"/>
      </dsp:txXfrm>
    </dsp:sp>
    <dsp:sp modelId="{0548C879-9438-A443-B3F4-897952D64C9E}">
      <dsp:nvSpPr>
        <dsp:cNvPr id="0" name=""/>
        <dsp:cNvSpPr/>
      </dsp:nvSpPr>
      <dsp:spPr>
        <a:xfrm>
          <a:off x="1222171" y="99808"/>
          <a:ext cx="2188540" cy="1996175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12700">
          <a:solidFill>
            <a:srgbClr val="002060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Primary Source:</a:t>
          </a:r>
        </a:p>
      </dsp:txBody>
      <dsp:txXfrm>
        <a:off x="1222171" y="99808"/>
        <a:ext cx="2188540" cy="1996175"/>
      </dsp:txXfrm>
    </dsp:sp>
    <dsp:sp modelId="{D46D3285-5DBC-A641-B830-4DE0442F1D4F}">
      <dsp:nvSpPr>
        <dsp:cNvPr id="0" name=""/>
        <dsp:cNvSpPr/>
      </dsp:nvSpPr>
      <dsp:spPr>
        <a:xfrm>
          <a:off x="3495979" y="99808"/>
          <a:ext cx="2188540" cy="499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SAP SE Q3 2025 Quarterly Statement</a:t>
          </a:r>
        </a:p>
      </dsp:txBody>
      <dsp:txXfrm>
        <a:off x="3495979" y="99808"/>
        <a:ext cx="2188540" cy="499043"/>
      </dsp:txXfrm>
    </dsp:sp>
    <dsp:sp modelId="{85BC63CC-ED98-954E-A5D2-D8AA97050263}">
      <dsp:nvSpPr>
        <dsp:cNvPr id="0" name=""/>
        <dsp:cNvSpPr/>
      </dsp:nvSpPr>
      <dsp:spPr>
        <a:xfrm>
          <a:off x="3410712" y="598852"/>
          <a:ext cx="21885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3C64F6-689B-CC40-B757-29496A29C5F5}">
      <dsp:nvSpPr>
        <dsp:cNvPr id="0" name=""/>
        <dsp:cNvSpPr/>
      </dsp:nvSpPr>
      <dsp:spPr>
        <a:xfrm>
          <a:off x="3495979" y="598852"/>
          <a:ext cx="2188540" cy="499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Published: October 22, 2025</a:t>
          </a:r>
        </a:p>
      </dsp:txBody>
      <dsp:txXfrm>
        <a:off x="3495979" y="598852"/>
        <a:ext cx="2188540" cy="499043"/>
      </dsp:txXfrm>
    </dsp:sp>
    <dsp:sp modelId="{15ED13EC-93C1-F24D-B7DF-040F19472A00}">
      <dsp:nvSpPr>
        <dsp:cNvPr id="0" name=""/>
        <dsp:cNvSpPr/>
      </dsp:nvSpPr>
      <dsp:spPr>
        <a:xfrm>
          <a:off x="3410712" y="1097896"/>
          <a:ext cx="21885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E2777E-7FBB-974B-8A94-2F50C4FEB873}">
      <dsp:nvSpPr>
        <dsp:cNvPr id="0" name=""/>
        <dsp:cNvSpPr/>
      </dsp:nvSpPr>
      <dsp:spPr>
        <a:xfrm>
          <a:off x="3495979" y="1097896"/>
          <a:ext cx="2188540" cy="499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26 pages, official SEC filing</a:t>
          </a:r>
        </a:p>
      </dsp:txBody>
      <dsp:txXfrm>
        <a:off x="3495979" y="1097896"/>
        <a:ext cx="2188540" cy="499043"/>
      </dsp:txXfrm>
    </dsp:sp>
    <dsp:sp modelId="{943DA712-D3BF-2944-AB68-B7825AE54F1F}">
      <dsp:nvSpPr>
        <dsp:cNvPr id="0" name=""/>
        <dsp:cNvSpPr/>
      </dsp:nvSpPr>
      <dsp:spPr>
        <a:xfrm>
          <a:off x="3410712" y="1596940"/>
          <a:ext cx="21885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7A80CC-55D4-5C4C-8D53-910E257F4C86}">
      <dsp:nvSpPr>
        <dsp:cNvPr id="0" name=""/>
        <dsp:cNvSpPr/>
      </dsp:nvSpPr>
      <dsp:spPr>
        <a:xfrm>
          <a:off x="3495979" y="1596940"/>
          <a:ext cx="2188540" cy="499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Audited financial data</a:t>
          </a:r>
        </a:p>
      </dsp:txBody>
      <dsp:txXfrm>
        <a:off x="3495979" y="1596940"/>
        <a:ext cx="2188540" cy="499043"/>
      </dsp:txXfrm>
    </dsp:sp>
    <dsp:sp modelId="{F042CBBC-EE0E-2444-9C21-9D0BDADA81AE}">
      <dsp:nvSpPr>
        <dsp:cNvPr id="0" name=""/>
        <dsp:cNvSpPr/>
      </dsp:nvSpPr>
      <dsp:spPr>
        <a:xfrm>
          <a:off x="1136904" y="2095984"/>
          <a:ext cx="45476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5ACBA9-855B-E64B-B01B-4D22E7858A12}">
      <dsp:nvSpPr>
        <dsp:cNvPr id="0" name=""/>
        <dsp:cNvSpPr/>
      </dsp:nvSpPr>
      <dsp:spPr>
        <a:xfrm>
          <a:off x="1222171" y="2195792"/>
          <a:ext cx="2188540" cy="1996175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>
          <a:solidFill>
            <a:srgbClr val="002060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Specific Extraction:</a:t>
          </a:r>
        </a:p>
      </dsp:txBody>
      <dsp:txXfrm>
        <a:off x="1222171" y="2195792"/>
        <a:ext cx="2188540" cy="1996175"/>
      </dsp:txXfrm>
    </dsp:sp>
    <dsp:sp modelId="{D30AD384-FC09-C24A-8F63-6E889BBFF10D}">
      <dsp:nvSpPr>
        <dsp:cNvPr id="0" name=""/>
        <dsp:cNvSpPr/>
      </dsp:nvSpPr>
      <dsp:spPr>
        <a:xfrm>
          <a:off x="3495979" y="2195792"/>
          <a:ext cx="2188540" cy="499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Pages 8-9: Financial Key Facts (7 quarters)</a:t>
          </a:r>
        </a:p>
      </dsp:txBody>
      <dsp:txXfrm>
        <a:off x="3495979" y="2195792"/>
        <a:ext cx="2188540" cy="499043"/>
      </dsp:txXfrm>
    </dsp:sp>
    <dsp:sp modelId="{719D78CE-3827-B24D-840A-931597BC69EA}">
      <dsp:nvSpPr>
        <dsp:cNvPr id="0" name=""/>
        <dsp:cNvSpPr/>
      </dsp:nvSpPr>
      <dsp:spPr>
        <a:xfrm>
          <a:off x="3410712" y="2694836"/>
          <a:ext cx="21885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DA613-943F-074D-8426-D9B991A7BD21}">
      <dsp:nvSpPr>
        <dsp:cNvPr id="0" name=""/>
        <dsp:cNvSpPr/>
      </dsp:nvSpPr>
      <dsp:spPr>
        <a:xfrm>
          <a:off x="3495979" y="2694836"/>
          <a:ext cx="2188540" cy="499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Pages 23-24: Revenue by Region</a:t>
          </a:r>
        </a:p>
      </dsp:txBody>
      <dsp:txXfrm>
        <a:off x="3495979" y="2694836"/>
        <a:ext cx="2188540" cy="499043"/>
      </dsp:txXfrm>
    </dsp:sp>
    <dsp:sp modelId="{5A08F61C-C04A-F64F-8DD2-CD8381C741F8}">
      <dsp:nvSpPr>
        <dsp:cNvPr id="0" name=""/>
        <dsp:cNvSpPr/>
      </dsp:nvSpPr>
      <dsp:spPr>
        <a:xfrm>
          <a:off x="3410712" y="3193880"/>
          <a:ext cx="21885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9BB3C1-6022-AB44-9DEC-431E5129CE6A}">
      <dsp:nvSpPr>
        <dsp:cNvPr id="0" name=""/>
        <dsp:cNvSpPr/>
      </dsp:nvSpPr>
      <dsp:spPr>
        <a:xfrm>
          <a:off x="3495979" y="3193880"/>
          <a:ext cx="2188540" cy="499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Page 2: Executive summary metrics</a:t>
          </a:r>
        </a:p>
      </dsp:txBody>
      <dsp:txXfrm>
        <a:off x="3495979" y="3193880"/>
        <a:ext cx="2188540" cy="499043"/>
      </dsp:txXfrm>
    </dsp:sp>
    <dsp:sp modelId="{879FCE61-B1ED-C049-AEEF-3636912DC78D}">
      <dsp:nvSpPr>
        <dsp:cNvPr id="0" name=""/>
        <dsp:cNvSpPr/>
      </dsp:nvSpPr>
      <dsp:spPr>
        <a:xfrm>
          <a:off x="3410712" y="3692924"/>
          <a:ext cx="21885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73B30B-4455-6142-A8EC-F90E2B0DCCD7}">
      <dsp:nvSpPr>
        <dsp:cNvPr id="0" name=""/>
        <dsp:cNvSpPr/>
      </dsp:nvSpPr>
      <dsp:spPr>
        <a:xfrm>
          <a:off x="3495979" y="3692924"/>
          <a:ext cx="2188540" cy="499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Page 5: 2025 guidance</a:t>
          </a:r>
        </a:p>
      </dsp:txBody>
      <dsp:txXfrm>
        <a:off x="3495979" y="3692924"/>
        <a:ext cx="2188540" cy="499043"/>
      </dsp:txXfrm>
    </dsp:sp>
    <dsp:sp modelId="{D47ADE1F-9F81-AC4C-B9BF-6474B158F042}">
      <dsp:nvSpPr>
        <dsp:cNvPr id="0" name=""/>
        <dsp:cNvSpPr/>
      </dsp:nvSpPr>
      <dsp:spPr>
        <a:xfrm>
          <a:off x="1136904" y="4191968"/>
          <a:ext cx="45476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F20D80-A737-CB4C-BEE2-1848A0AFDD7E}">
      <dsp:nvSpPr>
        <dsp:cNvPr id="0" name=""/>
        <dsp:cNvSpPr/>
      </dsp:nvSpPr>
      <dsp:spPr>
        <a:xfrm>
          <a:off x="0" y="179308"/>
          <a:ext cx="2545080" cy="543105"/>
        </a:xfrm>
        <a:prstGeom prst="rect">
          <a:avLst/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Calibri" panose="020F0502020204030204" pitchFamily="34" charset="0"/>
              <a:cs typeface="Calibri" panose="020F0502020204030204" pitchFamily="34" charset="0"/>
            </a:rPr>
            <a:t>Growth Rate Calculations</a:t>
          </a:r>
        </a:p>
      </dsp:txBody>
      <dsp:txXfrm>
        <a:off x="0" y="179308"/>
        <a:ext cx="2545080" cy="543105"/>
      </dsp:txXfrm>
    </dsp:sp>
    <dsp:sp modelId="{FE05DFCA-F76B-0C4D-9D3F-4548A8904710}">
      <dsp:nvSpPr>
        <dsp:cNvPr id="0" name=""/>
        <dsp:cNvSpPr/>
      </dsp:nvSpPr>
      <dsp:spPr>
        <a:xfrm>
          <a:off x="0" y="755675"/>
          <a:ext cx="2545080" cy="1273680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39491">
            <a:schemeClr val="accent1"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 Formula: (Current - Prior) / Prior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 Types: QoQ, YoY, CAGR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 Citation: Ross, Westerfield &amp; Jaffe (2019) "Corporate Finance"</a:t>
          </a:r>
        </a:p>
      </dsp:txBody>
      <dsp:txXfrm>
        <a:off x="0" y="755675"/>
        <a:ext cx="2545080" cy="127368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ED0724-5546-2C4F-B041-F62D8C5EAF98}">
      <dsp:nvSpPr>
        <dsp:cNvPr id="0" name=""/>
        <dsp:cNvSpPr/>
      </dsp:nvSpPr>
      <dsp:spPr>
        <a:xfrm>
          <a:off x="0" y="244073"/>
          <a:ext cx="2545080" cy="543601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Calibri" panose="020F0502020204030204" pitchFamily="34" charset="0"/>
              <a:cs typeface="Calibri" panose="020F0502020204030204" pitchFamily="34" charset="0"/>
            </a:rPr>
            <a:t>Linear Regression Forecast</a:t>
          </a:r>
        </a:p>
      </dsp:txBody>
      <dsp:txXfrm>
        <a:off x="0" y="244073"/>
        <a:ext cx="2545080" cy="543601"/>
      </dsp:txXfrm>
    </dsp:sp>
    <dsp:sp modelId="{020DCB7D-9AA0-1141-ACA6-20B94F624CA0}">
      <dsp:nvSpPr>
        <dsp:cNvPr id="0" name=""/>
        <dsp:cNvSpPr/>
      </dsp:nvSpPr>
      <dsp:spPr>
        <a:xfrm>
          <a:off x="0" y="835199"/>
          <a:ext cx="2545080" cy="1274401"/>
        </a:xfrm>
        <a:prstGeom prst="rect">
          <a:avLst/>
        </a:prstGeom>
        <a:solidFill>
          <a:schemeClr val="tx2">
            <a:lumMod val="10000"/>
            <a:lumOff val="90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9620">
            <a:schemeClr val="accent1"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 Formula: y = mx + b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 Method: Ordinary Least Squares (OLS)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 Citation: Kutner et al. (2004) "Applied Linear Statistical Models"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 Validation: R² = 0.96, SE = ±€150M</a:t>
          </a:r>
        </a:p>
      </dsp:txBody>
      <dsp:txXfrm>
        <a:off x="0" y="835199"/>
        <a:ext cx="2545080" cy="127440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216332-F362-9848-964F-CA565EED6071}">
      <dsp:nvSpPr>
        <dsp:cNvPr id="0" name=""/>
        <dsp:cNvSpPr/>
      </dsp:nvSpPr>
      <dsp:spPr>
        <a:xfrm>
          <a:off x="0" y="166762"/>
          <a:ext cx="2545080" cy="5047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Calibri" panose="020F0502020204030204" pitchFamily="34" charset="0"/>
              <a:cs typeface="Calibri" panose="020F0502020204030204" pitchFamily="34" charset="0"/>
            </a:rPr>
            <a:t>Statistical Confidence Intervals</a:t>
          </a:r>
        </a:p>
      </dsp:txBody>
      <dsp:txXfrm>
        <a:off x="0" y="166762"/>
        <a:ext cx="2545080" cy="504769"/>
      </dsp:txXfrm>
    </dsp:sp>
    <dsp:sp modelId="{B22487A5-7B76-7A4D-A985-61ECFC35E99A}">
      <dsp:nvSpPr>
        <dsp:cNvPr id="0" name=""/>
        <dsp:cNvSpPr/>
      </dsp:nvSpPr>
      <dsp:spPr>
        <a:xfrm>
          <a:off x="0" y="707578"/>
          <a:ext cx="2545080" cy="1141920"/>
        </a:xfrm>
        <a:prstGeom prst="rect">
          <a:avLst/>
        </a:prstGeom>
        <a:solidFill>
          <a:schemeClr val="tx2">
            <a:lumMod val="10000"/>
            <a:lumOff val="90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40099">
            <a:schemeClr val="accent1"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Calibri" panose="020F0502020204030204" pitchFamily="34" charset="0"/>
              <a:cs typeface="Calibri" panose="020F0502020204030204" pitchFamily="34" charset="0"/>
            </a:rPr>
            <a:t> Formula: Forecast ± (1.96 × SE)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Calibri" panose="020F0502020204030204" pitchFamily="34" charset="0"/>
              <a:cs typeface="Calibri" panose="020F0502020204030204" pitchFamily="34" charset="0"/>
            </a:rPr>
            <a:t> Confidence: 95%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Calibri" panose="020F0502020204030204" pitchFamily="34" charset="0"/>
              <a:cs typeface="Calibri" panose="020F0502020204030204" pitchFamily="34" charset="0"/>
            </a:rPr>
            <a:t> Citation: Anderson et al. (2020) "Statistics for Business and Economics"</a:t>
          </a:r>
        </a:p>
      </dsp:txBody>
      <dsp:txXfrm>
        <a:off x="0" y="707578"/>
        <a:ext cx="2545080" cy="114192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A1091-FB1A-4240-8B75-6BC5A0DF8819}">
      <dsp:nvSpPr>
        <dsp:cNvPr id="0" name=""/>
        <dsp:cNvSpPr/>
      </dsp:nvSpPr>
      <dsp:spPr>
        <a:xfrm>
          <a:off x="0" y="33210"/>
          <a:ext cx="2545080" cy="540608"/>
        </a:xfrm>
        <a:prstGeom prst="rect">
          <a:avLst/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Calibri" panose="020F0502020204030204" pitchFamily="34" charset="0"/>
              <a:cs typeface="Calibri" panose="020F0502020204030204" pitchFamily="34" charset="0"/>
            </a:rPr>
            <a:t>Market Concentration (HHI)</a:t>
          </a:r>
        </a:p>
      </dsp:txBody>
      <dsp:txXfrm>
        <a:off x="0" y="33210"/>
        <a:ext cx="2545080" cy="540608"/>
      </dsp:txXfrm>
    </dsp:sp>
    <dsp:sp modelId="{43D08EE6-1ACE-584A-85F3-CFC8CD864CE9}">
      <dsp:nvSpPr>
        <dsp:cNvPr id="0" name=""/>
        <dsp:cNvSpPr/>
      </dsp:nvSpPr>
      <dsp:spPr>
        <a:xfrm>
          <a:off x="0" y="646736"/>
          <a:ext cx="2545080" cy="1054080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30227">
            <a:schemeClr val="accent1"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 Formula: </a:t>
          </a:r>
          <a:r>
            <a:rPr lang="el-GR" sz="1200" kern="1200" dirty="0">
              <a:latin typeface="Calibri" panose="020F0502020204030204" pitchFamily="34" charset="0"/>
              <a:cs typeface="Calibri" panose="020F0502020204030204" pitchFamily="34" charset="0"/>
            </a:rPr>
            <a:t>Σ(</a:t>
          </a: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market share%)² × 10,000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 Benchmark: DOJ/FTC guidelines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 Interpretation: &gt;2,500 = concentrated</a:t>
          </a:r>
        </a:p>
      </dsp:txBody>
      <dsp:txXfrm>
        <a:off x="0" y="646736"/>
        <a:ext cx="2545080" cy="105408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87B06-DC22-DF4D-9EE5-06C4B7314EB6}">
      <dsp:nvSpPr>
        <dsp:cNvPr id="0" name=""/>
        <dsp:cNvSpPr/>
      </dsp:nvSpPr>
      <dsp:spPr>
        <a:xfrm>
          <a:off x="0" y="1037"/>
          <a:ext cx="2559908" cy="730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libri" panose="020F0502020204030204" pitchFamily="34" charset="0"/>
              <a:cs typeface="Calibri" panose="020F0502020204030204" pitchFamily="34" charset="0"/>
            </a:rPr>
            <a:t>Data Integrity</a:t>
          </a:r>
          <a:endParaRPr lang="en-GB" sz="2400" b="1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5640" y="36677"/>
        <a:ext cx="2488628" cy="65880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81153-86B9-2B41-A115-1CEA758A167D}">
      <dsp:nvSpPr>
        <dsp:cNvPr id="0" name=""/>
        <dsp:cNvSpPr/>
      </dsp:nvSpPr>
      <dsp:spPr>
        <a:xfrm>
          <a:off x="0" y="0"/>
          <a:ext cx="568452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37C295-4194-CB41-BE9D-851DB71859CD}">
      <dsp:nvSpPr>
        <dsp:cNvPr id="0" name=""/>
        <dsp:cNvSpPr/>
      </dsp:nvSpPr>
      <dsp:spPr>
        <a:xfrm>
          <a:off x="0" y="0"/>
          <a:ext cx="1136904" cy="4294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vert270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>
              <a:latin typeface="Calibri" panose="020F0502020204030204" pitchFamily="34" charset="0"/>
              <a:cs typeface="Calibri" panose="020F0502020204030204" pitchFamily="34" charset="0"/>
            </a:rPr>
            <a:t>LIMITATIONS</a:t>
          </a:r>
        </a:p>
      </dsp:txBody>
      <dsp:txXfrm>
        <a:off x="0" y="0"/>
        <a:ext cx="1136904" cy="4294293"/>
      </dsp:txXfrm>
    </dsp:sp>
    <dsp:sp modelId="{0548C879-9438-A443-B3F4-897952D64C9E}">
      <dsp:nvSpPr>
        <dsp:cNvPr id="0" name=""/>
        <dsp:cNvSpPr/>
      </dsp:nvSpPr>
      <dsp:spPr>
        <a:xfrm>
          <a:off x="1222171" y="67098"/>
          <a:ext cx="2188540" cy="1341966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12700">
          <a:solidFill>
            <a:srgbClr val="002060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Time Series: Only 7 quarters available</a:t>
          </a:r>
        </a:p>
      </dsp:txBody>
      <dsp:txXfrm>
        <a:off x="1222171" y="67098"/>
        <a:ext cx="2188540" cy="1341966"/>
      </dsp:txXfrm>
    </dsp:sp>
    <dsp:sp modelId="{D46D3285-5DBC-A641-B830-4DE0442F1D4F}">
      <dsp:nvSpPr>
        <dsp:cNvPr id="0" name=""/>
        <dsp:cNvSpPr/>
      </dsp:nvSpPr>
      <dsp:spPr>
        <a:xfrm>
          <a:off x="3495979" y="67098"/>
          <a:ext cx="2188540" cy="446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Sufficient for trend analysis</a:t>
          </a:r>
        </a:p>
      </dsp:txBody>
      <dsp:txXfrm>
        <a:off x="3495979" y="67098"/>
        <a:ext cx="2188540" cy="446885"/>
      </dsp:txXfrm>
    </dsp:sp>
    <dsp:sp modelId="{C298FB84-D8CC-754A-B8E4-34C762A61B53}">
      <dsp:nvSpPr>
        <dsp:cNvPr id="0" name=""/>
        <dsp:cNvSpPr/>
      </dsp:nvSpPr>
      <dsp:spPr>
        <a:xfrm>
          <a:off x="3410712" y="513983"/>
          <a:ext cx="21885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06700-C04A-484C-A8FC-B2AC011F6067}">
      <dsp:nvSpPr>
        <dsp:cNvPr id="0" name=""/>
        <dsp:cNvSpPr/>
      </dsp:nvSpPr>
      <dsp:spPr>
        <a:xfrm>
          <a:off x="3495979" y="513983"/>
          <a:ext cx="2188540" cy="446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Insufficient for cyclical patterns</a:t>
          </a:r>
        </a:p>
      </dsp:txBody>
      <dsp:txXfrm>
        <a:off x="3495979" y="513983"/>
        <a:ext cx="2188540" cy="446885"/>
      </dsp:txXfrm>
    </dsp:sp>
    <dsp:sp modelId="{D1435684-3545-BB43-B6AC-D17B2AEF2563}">
      <dsp:nvSpPr>
        <dsp:cNvPr id="0" name=""/>
        <dsp:cNvSpPr/>
      </dsp:nvSpPr>
      <dsp:spPr>
        <a:xfrm>
          <a:off x="3410712" y="960869"/>
          <a:ext cx="21885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0999E5-F69D-F941-9246-D01A33E4C7EE}">
      <dsp:nvSpPr>
        <dsp:cNvPr id="0" name=""/>
        <dsp:cNvSpPr/>
      </dsp:nvSpPr>
      <dsp:spPr>
        <a:xfrm>
          <a:off x="3495979" y="960869"/>
          <a:ext cx="2188540" cy="446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Cannot assess multi-year seasonality</a:t>
          </a:r>
        </a:p>
      </dsp:txBody>
      <dsp:txXfrm>
        <a:off x="3495979" y="960869"/>
        <a:ext cx="2188540" cy="446885"/>
      </dsp:txXfrm>
    </dsp:sp>
    <dsp:sp modelId="{F042CBBC-EE0E-2444-9C21-9D0BDADA81AE}">
      <dsp:nvSpPr>
        <dsp:cNvPr id="0" name=""/>
        <dsp:cNvSpPr/>
      </dsp:nvSpPr>
      <dsp:spPr>
        <a:xfrm>
          <a:off x="1136904" y="1409064"/>
          <a:ext cx="45476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E13022-B173-6D45-9C74-367188F2E1E7}">
      <dsp:nvSpPr>
        <dsp:cNvPr id="0" name=""/>
        <dsp:cNvSpPr/>
      </dsp:nvSpPr>
      <dsp:spPr>
        <a:xfrm>
          <a:off x="1222171" y="1476163"/>
          <a:ext cx="2188540" cy="1341966"/>
        </a:xfrm>
        <a:prstGeom prst="rect">
          <a:avLst/>
        </a:prstGeom>
        <a:solidFill>
          <a:schemeClr val="tx2">
            <a:lumMod val="25000"/>
            <a:lumOff val="75000"/>
          </a:schemeClr>
        </a:solidFill>
        <a:ln w="12700">
          <a:solidFill>
            <a:srgbClr val="002060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Calibri" panose="020F0502020204030204" pitchFamily="34" charset="0"/>
              <a:cs typeface="Calibri" panose="020F0502020204030204" pitchFamily="34" charset="0"/>
            </a:rPr>
            <a:t>Product Detail: SAP doesn’t breakout</a:t>
          </a:r>
        </a:p>
      </dsp:txBody>
      <dsp:txXfrm>
        <a:off x="1222171" y="1476163"/>
        <a:ext cx="2188540" cy="1341966"/>
      </dsp:txXfrm>
    </dsp:sp>
    <dsp:sp modelId="{DBE5A5BA-5AD5-4845-8087-D4F87495EAA1}">
      <dsp:nvSpPr>
        <dsp:cNvPr id="0" name=""/>
        <dsp:cNvSpPr/>
      </dsp:nvSpPr>
      <dsp:spPr>
        <a:xfrm>
          <a:off x="3495979" y="1476163"/>
          <a:ext cx="2188540" cy="446885"/>
        </a:xfrm>
        <a:prstGeom prst="rect">
          <a:avLst/>
        </a:prstGeom>
        <a:solidFill>
          <a:schemeClr val="bg1"/>
        </a:solidFill>
        <a:ln w="12700"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Individual product revenue (BTP, S/4HANA)</a:t>
          </a:r>
        </a:p>
      </dsp:txBody>
      <dsp:txXfrm>
        <a:off x="3495979" y="1476163"/>
        <a:ext cx="2188540" cy="446885"/>
      </dsp:txXfrm>
    </dsp:sp>
    <dsp:sp modelId="{575E37F8-2FAE-094A-ABBE-483BA721068B}">
      <dsp:nvSpPr>
        <dsp:cNvPr id="0" name=""/>
        <dsp:cNvSpPr/>
      </dsp:nvSpPr>
      <dsp:spPr>
        <a:xfrm>
          <a:off x="3410712" y="1923048"/>
          <a:ext cx="21885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0D5365-FAAE-DE43-BB95-34C472E5AA16}">
      <dsp:nvSpPr>
        <dsp:cNvPr id="0" name=""/>
        <dsp:cNvSpPr/>
      </dsp:nvSpPr>
      <dsp:spPr>
        <a:xfrm>
          <a:off x="3495979" y="1923048"/>
          <a:ext cx="2188540" cy="446885"/>
        </a:xfrm>
        <a:prstGeom prst="rect">
          <a:avLst/>
        </a:prstGeom>
        <a:solidFill>
          <a:schemeClr val="bg1"/>
        </a:solidFill>
        <a:ln w="12700"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Customer cohort data</a:t>
          </a:r>
        </a:p>
      </dsp:txBody>
      <dsp:txXfrm>
        <a:off x="3495979" y="1923048"/>
        <a:ext cx="2188540" cy="446885"/>
      </dsp:txXfrm>
    </dsp:sp>
    <dsp:sp modelId="{AAA91E3A-2378-1C4E-94DB-D67D63837461}">
      <dsp:nvSpPr>
        <dsp:cNvPr id="0" name=""/>
        <dsp:cNvSpPr/>
      </dsp:nvSpPr>
      <dsp:spPr>
        <a:xfrm>
          <a:off x="3410712" y="2369933"/>
          <a:ext cx="21885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A7673F-873F-9B4B-BD1E-030104343226}">
      <dsp:nvSpPr>
        <dsp:cNvPr id="0" name=""/>
        <dsp:cNvSpPr/>
      </dsp:nvSpPr>
      <dsp:spPr>
        <a:xfrm>
          <a:off x="3495979" y="2369933"/>
          <a:ext cx="2188540" cy="446885"/>
        </a:xfrm>
        <a:prstGeom prst="rect">
          <a:avLst/>
        </a:prstGeom>
        <a:solidFill>
          <a:schemeClr val="bg1"/>
        </a:solidFill>
        <a:ln w="12700"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Pricing vs. volume growth</a:t>
          </a:r>
        </a:p>
      </dsp:txBody>
      <dsp:txXfrm>
        <a:off x="3495979" y="2369933"/>
        <a:ext cx="2188540" cy="446885"/>
      </dsp:txXfrm>
    </dsp:sp>
    <dsp:sp modelId="{7FCCF94F-7907-4E4C-8519-B71313FA4447}">
      <dsp:nvSpPr>
        <dsp:cNvPr id="0" name=""/>
        <dsp:cNvSpPr/>
      </dsp:nvSpPr>
      <dsp:spPr>
        <a:xfrm>
          <a:off x="1136904" y="2818129"/>
          <a:ext cx="45476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F3CEE0-A96F-C74E-BD47-F3EF33793CC7}">
      <dsp:nvSpPr>
        <dsp:cNvPr id="0" name=""/>
        <dsp:cNvSpPr/>
      </dsp:nvSpPr>
      <dsp:spPr>
        <a:xfrm>
          <a:off x="1222171" y="2885228"/>
          <a:ext cx="2188540" cy="1341966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>
          <a:solidFill>
            <a:schemeClr val="tx2">
              <a:lumMod val="90000"/>
              <a:lumOff val="10000"/>
            </a:schemeClr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Calibri" panose="020F0502020204030204" pitchFamily="34" charset="0"/>
              <a:cs typeface="Calibri" panose="020F0502020204030204" pitchFamily="34" charset="0"/>
            </a:rPr>
            <a:t>No Estimation: Analysis contains ZERO estimates</a:t>
          </a:r>
        </a:p>
      </dsp:txBody>
      <dsp:txXfrm>
        <a:off x="1222171" y="2885228"/>
        <a:ext cx="2188540" cy="1341966"/>
      </dsp:txXfrm>
    </dsp:sp>
    <dsp:sp modelId="{6F66E6B3-AA22-D84A-AEFD-7680C267BB0A}">
      <dsp:nvSpPr>
        <dsp:cNvPr id="0" name=""/>
        <dsp:cNvSpPr/>
      </dsp:nvSpPr>
      <dsp:spPr>
        <a:xfrm>
          <a:off x="3495979" y="2885228"/>
          <a:ext cx="2188540" cy="446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 Only uses disclosed figures</a:t>
          </a:r>
        </a:p>
      </dsp:txBody>
      <dsp:txXfrm>
        <a:off x="3495979" y="2885228"/>
        <a:ext cx="2188540" cy="446885"/>
      </dsp:txXfrm>
    </dsp:sp>
    <dsp:sp modelId="{8C53DC8E-B221-7541-91D1-DEEA4B92544C}">
      <dsp:nvSpPr>
        <dsp:cNvPr id="0" name=""/>
        <dsp:cNvSpPr/>
      </dsp:nvSpPr>
      <dsp:spPr>
        <a:xfrm>
          <a:off x="3410712" y="3332113"/>
          <a:ext cx="21885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C5FA37-7DD8-5A4E-A858-152A72C138FF}">
      <dsp:nvSpPr>
        <dsp:cNvPr id="0" name=""/>
        <dsp:cNvSpPr/>
      </dsp:nvSpPr>
      <dsp:spPr>
        <a:xfrm>
          <a:off x="3495979" y="3332113"/>
          <a:ext cx="2188540" cy="446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All calculations mathematically derived</a:t>
          </a:r>
        </a:p>
      </dsp:txBody>
      <dsp:txXfrm>
        <a:off x="3495979" y="3332113"/>
        <a:ext cx="2188540" cy="446885"/>
      </dsp:txXfrm>
    </dsp:sp>
    <dsp:sp modelId="{3F1445E0-C219-D54F-8348-010E69C778C3}">
      <dsp:nvSpPr>
        <dsp:cNvPr id="0" name=""/>
        <dsp:cNvSpPr/>
      </dsp:nvSpPr>
      <dsp:spPr>
        <a:xfrm>
          <a:off x="3410712" y="3778998"/>
          <a:ext cx="21885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5D5A65-369A-424D-829A-54876106CF81}">
      <dsp:nvSpPr>
        <dsp:cNvPr id="0" name=""/>
        <dsp:cNvSpPr/>
      </dsp:nvSpPr>
      <dsp:spPr>
        <a:xfrm>
          <a:off x="3495979" y="3778998"/>
          <a:ext cx="2188540" cy="446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Calibri" panose="020F0502020204030204" pitchFamily="34" charset="0"/>
              <a:cs typeface="Calibri" panose="020F0502020204030204" pitchFamily="34" charset="0"/>
            </a:rPr>
            <a:t>No "guesstimated" market shares</a:t>
          </a:r>
        </a:p>
      </dsp:txBody>
      <dsp:txXfrm>
        <a:off x="3495979" y="3778998"/>
        <a:ext cx="2188540" cy="446885"/>
      </dsp:txXfrm>
    </dsp:sp>
    <dsp:sp modelId="{53F5BD10-C284-0A47-B63C-0ED566FF5032}">
      <dsp:nvSpPr>
        <dsp:cNvPr id="0" name=""/>
        <dsp:cNvSpPr/>
      </dsp:nvSpPr>
      <dsp:spPr>
        <a:xfrm>
          <a:off x="1136904" y="4227194"/>
          <a:ext cx="45476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C4C84-D44C-B149-A66B-E717463ED78C}">
      <dsp:nvSpPr>
        <dsp:cNvPr id="0" name=""/>
        <dsp:cNvSpPr/>
      </dsp:nvSpPr>
      <dsp:spPr>
        <a:xfrm>
          <a:off x="0" y="0"/>
          <a:ext cx="7406678" cy="791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latin typeface="Calibri" panose="020F0502020204030204" pitchFamily="34" charset="0"/>
              <a:cs typeface="Calibri" panose="020F0502020204030204" pitchFamily="34" charset="0"/>
            </a:rPr>
            <a:t>Conclusion: A Transformation Executed Manually</a:t>
          </a:r>
        </a:p>
      </dsp:txBody>
      <dsp:txXfrm>
        <a:off x="38620" y="38620"/>
        <a:ext cx="7329438" cy="713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57D96-BBB2-CF40-8EA7-9DC77CD47603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4410C-8026-F740-972A-41B96BBB8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20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5585-CBC7-C801-0457-8E298C75B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95576-AA9A-8455-45B0-684CE7B14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3802D-CAC8-66D7-4B26-EF8FED875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ED667-7020-0C49-A6BA-A5DD71016716}" type="datetime1">
              <a:rPr lang="en-GB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5AE8E-5EC0-F6C8-ADE0-A7422B07C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7195C-EFA0-6157-E006-86137D5EC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4A19-8201-854E-9188-E2FBF7BE2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4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09C3E-D8C7-A49A-FCB6-690C19959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3AE24-A065-B0C2-D90D-D830B9897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739D4-8656-D961-67FF-8A36DA96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5516B-3036-6745-819A-AE3BEA44D5D1}" type="datetime1">
              <a:rPr lang="en-GB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9921D-CD59-635B-BDE9-E705CFF47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2501D-95FF-A3E6-9F72-65B28C0E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4A19-8201-854E-9188-E2FBF7BE2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80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6FC5-AFED-1C93-990A-8A7EF8585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8DC90-A2CF-B13E-4988-307D2492F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96A47-0DDE-7596-9C45-78C6BAC5B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FFF7C-3448-CD48-9244-C53D0412801F}" type="datetime1">
              <a:rPr lang="en-GB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6A8C5-B667-73AE-325D-9859C2C14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06726-F570-E90A-4276-F2153709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4A19-8201-854E-9188-E2FBF7BE2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2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3D06C-8C07-F9AB-CEBE-0AC8C0C79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78C06-FF72-3684-5F4D-A85BB638A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D511BA-1199-5C5A-A51F-8FDFE6726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05688-ABBD-8802-086A-39195B89E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9570-7AFB-9344-9918-61490A2CAE8D}" type="datetime1">
              <a:rPr lang="en-GB" smtClean="0"/>
              <a:t>26/11/2025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D673B-CA85-5F05-FA76-30A0D06C2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78F7C-13A8-1900-E3AF-EA3E0907E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4A19-8201-854E-9188-E2FBF7BE2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8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BE540-8007-6B7A-709F-1E87D555E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15638-E09B-EA98-40EB-487809B99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5590A-7A1B-8C34-0B2C-21C77DB57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28F25-84FF-B6B0-5977-D39A9AADA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614651-CADA-F1C3-75A7-5D8F5C00ED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1F102-0F92-8813-780D-42CB8511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3124-FA55-CF4B-9AC3-FE317061C6B9}" type="datetime1">
              <a:rPr lang="en-GB" smtClean="0"/>
              <a:t>26/11/2025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57ABD-382F-916D-7EA1-9C9E7B8DF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08481-5506-3AD7-CA33-338164AA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4A19-8201-854E-9188-E2FBF7BE2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77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3D303-1FB1-BFF7-91EE-3A8065A5E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5070D5-4BAF-AD64-9552-02610088B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FF1AD-1C8C-0A42-B2D8-C38975E7552E}" type="datetime1">
              <a:rPr lang="en-GB" smtClean="0"/>
              <a:t>26/11/2025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F1964-BB80-B42E-FA85-BAF0AC000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0F6B03-C87D-5A25-229F-A24580A4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4A19-8201-854E-9188-E2FBF7BE2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51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D7DF28-D7EA-B204-4428-CD107E5A1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15D96-23DB-2142-8A0D-572F604CAB78}" type="datetime1">
              <a:rPr lang="en-GB" smtClean="0"/>
              <a:t>26/11/2025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593556-EEBA-570B-8C2E-4D908449A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B50E9-61AE-93D5-B18B-DB40F0B1A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4A19-8201-854E-9188-E2FBF7BE2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15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3FB8F-914F-4171-87C3-E9C36CB4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D1A59-B161-62B6-9614-55F198CF3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14A78-5F89-13B8-97AA-8AA5820AC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7EE8E-FE9E-23CC-5157-D2E2E5C48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EA80-FA07-EC4A-8867-5E0CDE385F21}" type="datetime1">
              <a:rPr lang="en-GB" smtClean="0"/>
              <a:t>26/11/2025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FCDB2-0818-CF70-964E-A45439112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66BFB-2302-EF55-5A55-481C877B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4A19-8201-854E-9188-E2FBF7BE2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0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F65A-D35E-E4D6-513D-C69373DA6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F27984-B4DC-D5DA-A250-059BF09DCC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9B727-52F9-3988-9570-CBA2DEC48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ADFEF-26EF-4071-4210-289F6838F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FF367-202A-4645-A27E-9DD317673050}" type="datetime1">
              <a:rPr lang="en-GB" smtClean="0"/>
              <a:t>26/11/2025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56063-A55E-0113-5848-E1716508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8F174-AE74-6903-26AF-7B4158399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4A19-8201-854E-9188-E2FBF7BE2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42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53F3-19C3-5036-B491-B5E809983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77CF2-8930-E957-AE10-349271FD1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010AE-D8CA-B23E-902A-6B87CE705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D236-D706-A144-8350-E110DA6AEC2A}" type="datetime1">
              <a:rPr lang="en-GB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1DED0-1F88-4137-72FC-8BF894F75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FB589-95A2-4F7D-8674-7A2908606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4A19-8201-854E-9188-E2FBF7BE2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12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4F176-D614-0FB9-D527-7AEDAFDD2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8BB7B-097C-79FF-884A-B163B5AA7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F4FB8-DEC1-7C03-91D1-CC9FE44D9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E5F24-E1AA-CB40-96F7-6112937A1E7C}" type="datetime1">
              <a:rPr lang="en-GB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17426-6648-277C-B9A5-68E962110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F9FA3-C2B7-7CAE-B35F-9C08488F5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4A19-8201-854E-9188-E2FBF7BE2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17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42608E-5209-86F0-E34F-CD632A708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45AD2-26B9-85A4-C635-3545DB875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55F7D-F8FB-48C5-D5CB-BB3FBAAD2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A5E387-B107-E542-A333-C7A821D6F73A}" type="datetime1">
              <a:rPr lang="en-GB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8A870-7411-1582-1549-C10777F2EF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SAP Cloud Analysis Q3 2025 | Neil Sable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5AB6D-54FD-5A12-C3D2-F474BDBD5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34A19-8201-854E-9188-E2FBF7BE2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10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12" Type="http://schemas.microsoft.com/office/2007/relationships/diagramDrawing" Target="../diagrams/drawing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openxmlformats.org/officeDocument/2006/relationships/diagramColors" Target="../diagrams/colors6.xml"/><Relationship Id="rId5" Type="http://schemas.openxmlformats.org/officeDocument/2006/relationships/diagramColors" Target="../diagrams/colors5.xml"/><Relationship Id="rId10" Type="http://schemas.openxmlformats.org/officeDocument/2006/relationships/diagramQuickStyle" Target="../diagrams/quickStyle6.xml"/><Relationship Id="rId4" Type="http://schemas.openxmlformats.org/officeDocument/2006/relationships/diagramQuickStyle" Target="../diagrams/quickStyle5.xml"/><Relationship Id="rId9" Type="http://schemas.openxmlformats.org/officeDocument/2006/relationships/diagramLayout" Target="../diagrams/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Layout" Target="../diagrams/layout7.xml"/><Relationship Id="rId7" Type="http://schemas.openxmlformats.org/officeDocument/2006/relationships/image" Target="../media/image3.png"/><Relationship Id="rId12" Type="http://schemas.microsoft.com/office/2007/relationships/diagramDrawing" Target="../diagrams/drawing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openxmlformats.org/officeDocument/2006/relationships/diagramColors" Target="../diagrams/colors8.xml"/><Relationship Id="rId5" Type="http://schemas.openxmlformats.org/officeDocument/2006/relationships/diagramColors" Target="../diagrams/colors7.xml"/><Relationship Id="rId10" Type="http://schemas.openxmlformats.org/officeDocument/2006/relationships/diagramQuickStyle" Target="../diagrams/quickStyle8.xml"/><Relationship Id="rId4" Type="http://schemas.openxmlformats.org/officeDocument/2006/relationships/diagramQuickStyle" Target="../diagrams/quickStyle7.xml"/><Relationship Id="rId9" Type="http://schemas.openxmlformats.org/officeDocument/2006/relationships/diagramLayout" Target="../diagrams/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4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5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13" Type="http://schemas.openxmlformats.org/officeDocument/2006/relationships/diagramLayout" Target="../diagrams/layout13.xml"/><Relationship Id="rId18" Type="http://schemas.openxmlformats.org/officeDocument/2006/relationships/diagramLayout" Target="../diagrams/layout14.xml"/><Relationship Id="rId3" Type="http://schemas.openxmlformats.org/officeDocument/2006/relationships/diagramLayout" Target="../diagrams/layout11.xml"/><Relationship Id="rId21" Type="http://schemas.microsoft.com/office/2007/relationships/diagramDrawing" Target="../diagrams/drawing14.xml"/><Relationship Id="rId7" Type="http://schemas.openxmlformats.org/officeDocument/2006/relationships/diagramData" Target="../diagrams/data12.xml"/><Relationship Id="rId12" Type="http://schemas.openxmlformats.org/officeDocument/2006/relationships/diagramData" Target="../diagrams/data13.xml"/><Relationship Id="rId17" Type="http://schemas.openxmlformats.org/officeDocument/2006/relationships/diagramData" Target="../diagrams/data14.xml"/><Relationship Id="rId2" Type="http://schemas.openxmlformats.org/officeDocument/2006/relationships/diagramData" Target="../diagrams/data11.xml"/><Relationship Id="rId16" Type="http://schemas.microsoft.com/office/2007/relationships/diagramDrawing" Target="../diagrams/drawing13.xml"/><Relationship Id="rId20" Type="http://schemas.openxmlformats.org/officeDocument/2006/relationships/diagramColors" Target="../diagrams/colors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5" Type="http://schemas.openxmlformats.org/officeDocument/2006/relationships/diagramColors" Target="../diagrams/colors13.xml"/><Relationship Id="rId10" Type="http://schemas.openxmlformats.org/officeDocument/2006/relationships/diagramColors" Target="../diagrams/colors12.xml"/><Relationship Id="rId19" Type="http://schemas.openxmlformats.org/officeDocument/2006/relationships/diagramQuickStyle" Target="../diagrams/quickStyle14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Relationship Id="rId14" Type="http://schemas.openxmlformats.org/officeDocument/2006/relationships/diagramQuickStyle" Target="../diagrams/quickStyle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6.xml"/><Relationship Id="rId13" Type="http://schemas.openxmlformats.org/officeDocument/2006/relationships/diagramLayout" Target="../diagrams/layout17.xml"/><Relationship Id="rId18" Type="http://schemas.openxmlformats.org/officeDocument/2006/relationships/diagramLayout" Target="../diagrams/layout18.xml"/><Relationship Id="rId26" Type="http://schemas.microsoft.com/office/2007/relationships/diagramDrawing" Target="../diagrams/drawing19.xml"/><Relationship Id="rId3" Type="http://schemas.openxmlformats.org/officeDocument/2006/relationships/diagramLayout" Target="../diagrams/layout15.xml"/><Relationship Id="rId21" Type="http://schemas.microsoft.com/office/2007/relationships/diagramDrawing" Target="../diagrams/drawing18.xml"/><Relationship Id="rId7" Type="http://schemas.openxmlformats.org/officeDocument/2006/relationships/diagramData" Target="../diagrams/data16.xml"/><Relationship Id="rId12" Type="http://schemas.openxmlformats.org/officeDocument/2006/relationships/diagramData" Target="../diagrams/data17.xml"/><Relationship Id="rId17" Type="http://schemas.openxmlformats.org/officeDocument/2006/relationships/diagramData" Target="../diagrams/data18.xml"/><Relationship Id="rId25" Type="http://schemas.openxmlformats.org/officeDocument/2006/relationships/diagramColors" Target="../diagrams/colors19.xml"/><Relationship Id="rId2" Type="http://schemas.openxmlformats.org/officeDocument/2006/relationships/diagramData" Target="../diagrams/data15.xml"/><Relationship Id="rId16" Type="http://schemas.microsoft.com/office/2007/relationships/diagramDrawing" Target="../diagrams/drawing17.xml"/><Relationship Id="rId20" Type="http://schemas.openxmlformats.org/officeDocument/2006/relationships/diagramColors" Target="../diagrams/colors18.xml"/><Relationship Id="rId29" Type="http://schemas.openxmlformats.org/officeDocument/2006/relationships/diagramQuickStyle" Target="../diagrams/quickStyle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11" Type="http://schemas.microsoft.com/office/2007/relationships/diagramDrawing" Target="../diagrams/drawing16.xml"/><Relationship Id="rId24" Type="http://schemas.openxmlformats.org/officeDocument/2006/relationships/diagramQuickStyle" Target="../diagrams/quickStyle19.xml"/><Relationship Id="rId5" Type="http://schemas.openxmlformats.org/officeDocument/2006/relationships/diagramColors" Target="../diagrams/colors15.xml"/><Relationship Id="rId15" Type="http://schemas.openxmlformats.org/officeDocument/2006/relationships/diagramColors" Target="../diagrams/colors17.xml"/><Relationship Id="rId23" Type="http://schemas.openxmlformats.org/officeDocument/2006/relationships/diagramLayout" Target="../diagrams/layout19.xml"/><Relationship Id="rId28" Type="http://schemas.openxmlformats.org/officeDocument/2006/relationships/diagramLayout" Target="../diagrams/layout20.xml"/><Relationship Id="rId10" Type="http://schemas.openxmlformats.org/officeDocument/2006/relationships/diagramColors" Target="../diagrams/colors16.xml"/><Relationship Id="rId19" Type="http://schemas.openxmlformats.org/officeDocument/2006/relationships/diagramQuickStyle" Target="../diagrams/quickStyle18.xml"/><Relationship Id="rId31" Type="http://schemas.microsoft.com/office/2007/relationships/diagramDrawing" Target="../diagrams/drawing20.xml"/><Relationship Id="rId4" Type="http://schemas.openxmlformats.org/officeDocument/2006/relationships/diagramQuickStyle" Target="../diagrams/quickStyle15.xml"/><Relationship Id="rId9" Type="http://schemas.openxmlformats.org/officeDocument/2006/relationships/diagramQuickStyle" Target="../diagrams/quickStyle16.xml"/><Relationship Id="rId14" Type="http://schemas.openxmlformats.org/officeDocument/2006/relationships/diagramQuickStyle" Target="../diagrams/quickStyle17.xml"/><Relationship Id="rId22" Type="http://schemas.openxmlformats.org/officeDocument/2006/relationships/diagramData" Target="../diagrams/data19.xml"/><Relationship Id="rId27" Type="http://schemas.openxmlformats.org/officeDocument/2006/relationships/diagramData" Target="../diagrams/data20.xml"/><Relationship Id="rId30" Type="http://schemas.openxmlformats.org/officeDocument/2006/relationships/diagramColors" Target="../diagrams/colors2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2.xml"/><Relationship Id="rId13" Type="http://schemas.openxmlformats.org/officeDocument/2006/relationships/image" Target="../media/image7.svg"/><Relationship Id="rId3" Type="http://schemas.openxmlformats.org/officeDocument/2006/relationships/diagramLayout" Target="../diagrams/layout21.xml"/><Relationship Id="rId7" Type="http://schemas.openxmlformats.org/officeDocument/2006/relationships/diagramData" Target="../diagrams/data22.xml"/><Relationship Id="rId12" Type="http://schemas.openxmlformats.org/officeDocument/2006/relationships/image" Target="../media/image6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11" Type="http://schemas.microsoft.com/office/2007/relationships/diagramDrawing" Target="../diagrams/drawing22.xml"/><Relationship Id="rId5" Type="http://schemas.openxmlformats.org/officeDocument/2006/relationships/diagramColors" Target="../diagrams/colors21.xml"/><Relationship Id="rId10" Type="http://schemas.openxmlformats.org/officeDocument/2006/relationships/diagramColors" Target="../diagrams/colors22.xml"/><Relationship Id="rId4" Type="http://schemas.openxmlformats.org/officeDocument/2006/relationships/diagramQuickStyle" Target="../diagrams/quickStyle21.xml"/><Relationship Id="rId9" Type="http://schemas.openxmlformats.org/officeDocument/2006/relationships/diagramQuickStyle" Target="../diagrams/quickStyle2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nkedin.com/in/neil-sable" TargetMode="External"/><Relationship Id="rId3" Type="http://schemas.openxmlformats.org/officeDocument/2006/relationships/diagramLayout" Target="../diagrams/layout23.xml"/><Relationship Id="rId7" Type="http://schemas.openxmlformats.org/officeDocument/2006/relationships/hyperlink" Target="mailto:neilsable7@gmail.com" TargetMode="Externa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B5F1E9-E5E5-ED1E-629C-1BAFF42C8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5192" y="3769305"/>
            <a:ext cx="6108357" cy="1655762"/>
          </a:xfrm>
          <a:noFill/>
        </p:spPr>
        <p:txBody>
          <a:bodyPr>
            <a:normAutofit/>
          </a:bodyPr>
          <a:lstStyle/>
          <a:p>
            <a:r>
              <a:rPr lang="en-GB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Q3 2025 Performance &amp; Q4 2025 Forecast </a:t>
            </a:r>
            <a:br>
              <a:rPr lang="en-GB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Prepared by: Neil Sable Date: </a:t>
            </a:r>
            <a:br>
              <a:rPr lang="en-GB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November 14, 2025 </a:t>
            </a:r>
            <a:br>
              <a:rPr lang="en-GB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 on: SAP Q3 2025 Quarterly Statement</a:t>
            </a:r>
            <a:endParaRPr lang="en-US" sz="20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BFF16A-0CCB-8EDB-FCB6-2B20E922E085}"/>
              </a:ext>
            </a:extLst>
          </p:cNvPr>
          <p:cNvSpPr/>
          <p:nvPr/>
        </p:nvSpPr>
        <p:spPr>
          <a:xfrm>
            <a:off x="2583543" y="817106"/>
            <a:ext cx="7257142" cy="165576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50000"/>
                  <a:lumOff val="50000"/>
                </a:schemeClr>
              </a:solidFill>
              <a:highlight>
                <a:srgbClr val="000080"/>
              </a:highligh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1B6910-F14C-090F-AC32-6CC771D9E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0286" y="1144353"/>
            <a:ext cx="6778171" cy="1028020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Cloud Business Transformation </a:t>
            </a:r>
            <a:br>
              <a:rPr lang="en-GB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Data-Driven Strategic Analysis</a:t>
            </a:r>
            <a:endParaRPr lang="en-US" sz="3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B74998-A556-17EB-0352-D22D4D940428}"/>
              </a:ext>
            </a:extLst>
          </p:cNvPr>
          <p:cNvCxnSpPr>
            <a:cxnSpLocks/>
          </p:cNvCxnSpPr>
          <p:nvPr/>
        </p:nvCxnSpPr>
        <p:spPr>
          <a:xfrm>
            <a:off x="116114" y="6324602"/>
            <a:ext cx="1219200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blue and white logo&#10;&#10;AI-generated content may be incorrect.">
            <a:extLst>
              <a:ext uri="{FF2B5EF4-FFF2-40B4-BE49-F238E27FC236}">
                <a16:creationId xmlns:a16="http://schemas.microsoft.com/office/drawing/2014/main" id="{FB0DDD59-81C8-73A3-3D4C-10ED5FC58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7643" y="5791205"/>
            <a:ext cx="934357" cy="106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251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6B1F24E-95E5-6930-416B-A3E92AD9C9D6}"/>
              </a:ext>
            </a:extLst>
          </p:cNvPr>
          <p:cNvSpPr/>
          <p:nvPr/>
        </p:nvSpPr>
        <p:spPr>
          <a:xfrm>
            <a:off x="598714" y="471996"/>
            <a:ext cx="5230586" cy="604157"/>
          </a:xfrm>
          <a:prstGeom prst="roundRect">
            <a:avLst/>
          </a:prstGeom>
          <a:gradFill>
            <a:gsLst>
              <a:gs pos="0">
                <a:schemeClr val="accent1">
                  <a:hueOff val="0"/>
                  <a:satOff val="0"/>
                  <a:alphaOff val="0"/>
                  <a:satMod val="103000"/>
                  <a:tint val="94000"/>
                  <a:lumMod val="75000"/>
                </a:schemeClr>
              </a:gs>
              <a:gs pos="50000">
                <a:schemeClr val="accent1">
                  <a:hueOff val="0"/>
                  <a:satOff val="0"/>
                  <a:lumOff val="0"/>
                  <a:alphaOff val="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/>
          <a:effectLst>
            <a:glow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highlight>
                <a:srgbClr val="000080"/>
              </a:highligh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5F5AEA-23F5-D795-E114-49495056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371" y="136525"/>
            <a:ext cx="4403271" cy="1325563"/>
          </a:xfrm>
        </p:spPr>
        <p:txBody>
          <a:bodyPr>
            <a:normAutofit/>
          </a:bodyPr>
          <a:lstStyle/>
          <a:p>
            <a:pPr algn="ctr"/>
            <a:r>
              <a:rPr lang="en-GB" sz="2400" b="1" dirty="0">
                <a:solidFill>
                  <a:schemeClr val="bg2"/>
                </a:solidFill>
              </a:rPr>
              <a:t>Executive Summary: Key Findings</a:t>
            </a:r>
            <a:endParaRPr lang="en-US" sz="2400" b="1" dirty="0">
              <a:solidFill>
                <a:schemeClr val="bg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845E05-5C8C-12A2-59F8-0C0F67C3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graphicFrame>
        <p:nvGraphicFramePr>
          <p:cNvPr id="53" name="Diagram 52">
            <a:extLst>
              <a:ext uri="{FF2B5EF4-FFF2-40B4-BE49-F238E27FC236}">
                <a16:creationId xmlns:a16="http://schemas.microsoft.com/office/drawing/2014/main" id="{A95A3031-DDFF-2BE7-3A49-2482B8EE41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1356770"/>
              </p:ext>
            </p:extLst>
          </p:nvPr>
        </p:nvGraphicFramePr>
        <p:xfrm>
          <a:off x="684439" y="4034066"/>
          <a:ext cx="4946194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5" name="Diagram 54">
            <a:extLst>
              <a:ext uri="{FF2B5EF4-FFF2-40B4-BE49-F238E27FC236}">
                <a16:creationId xmlns:a16="http://schemas.microsoft.com/office/drawing/2014/main" id="{79AD2D00-8AE9-6B79-923D-B009041B77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6398787"/>
              </p:ext>
            </p:extLst>
          </p:nvPr>
        </p:nvGraphicFramePr>
        <p:xfrm>
          <a:off x="6466113" y="4034066"/>
          <a:ext cx="4996542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57" name="Diagram 56">
            <a:extLst>
              <a:ext uri="{FF2B5EF4-FFF2-40B4-BE49-F238E27FC236}">
                <a16:creationId xmlns:a16="http://schemas.microsoft.com/office/drawing/2014/main" id="{84F4BB53-65F7-7AEE-9AFF-C78D4D6DC5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574245"/>
              </p:ext>
            </p:extLst>
          </p:nvPr>
        </p:nvGraphicFramePr>
        <p:xfrm>
          <a:off x="684439" y="1963247"/>
          <a:ext cx="4991100" cy="1569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61" name="Diagram 60">
            <a:extLst>
              <a:ext uri="{FF2B5EF4-FFF2-40B4-BE49-F238E27FC236}">
                <a16:creationId xmlns:a16="http://schemas.microsoft.com/office/drawing/2014/main" id="{EF07DE29-0F22-FDD5-796B-DB4ACCAC3D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2590709"/>
              </p:ext>
            </p:extLst>
          </p:nvPr>
        </p:nvGraphicFramePr>
        <p:xfrm>
          <a:off x="6466113" y="1921433"/>
          <a:ext cx="4996542" cy="2015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350029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A56F7EC-9A68-2F7C-A50B-4813DBD3AA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3751997"/>
              </p:ext>
            </p:extLst>
          </p:nvPr>
        </p:nvGraphicFramePr>
        <p:xfrm>
          <a:off x="511628" y="354380"/>
          <a:ext cx="73152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Content Placeholder 5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D2276634-92F1-567D-2791-41E3FB6073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511628" y="2030525"/>
            <a:ext cx="5415643" cy="3623825"/>
          </a:xfrm>
          <a:effectLst>
            <a:glow rad="287241">
              <a:schemeClr val="accent1">
                <a:alpha val="40000"/>
              </a:schemeClr>
            </a:glo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4FD31-02E5-EBF6-273B-523C60BD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SAP Cloud Analysis Q3 2025 | Neil Sable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21BB0884-68FA-7B79-05BA-243FE6EDFD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7949160"/>
              </p:ext>
            </p:extLst>
          </p:nvPr>
        </p:nvGraphicFramePr>
        <p:xfrm>
          <a:off x="6264731" y="354380"/>
          <a:ext cx="5589812" cy="672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55371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974F0AF9-0266-A004-114D-FEF47253DE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919443"/>
              </p:ext>
            </p:extLst>
          </p:nvPr>
        </p:nvGraphicFramePr>
        <p:xfrm>
          <a:off x="550100" y="334240"/>
          <a:ext cx="9301845" cy="7747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Content Placeholder 5" descr="A graph of a cloud margin expansion&#10;&#10;AI-generated content may be incorrect.">
            <a:extLst>
              <a:ext uri="{FF2B5EF4-FFF2-40B4-BE49-F238E27FC236}">
                <a16:creationId xmlns:a16="http://schemas.microsoft.com/office/drawing/2014/main" id="{572C8699-C2D0-5FD9-1D3C-29B6052EF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550100" y="1466306"/>
            <a:ext cx="5074086" cy="2942856"/>
          </a:xfrm>
          <a:prstGeom prst="rect">
            <a:avLst/>
          </a:prstGeom>
          <a:effectLst>
            <a:glow rad="264929">
              <a:schemeClr val="accent1">
                <a:alpha val="40000"/>
              </a:schemeClr>
            </a:glo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493CA-E84A-0D05-2FAF-65B24125C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SAP Cloud Analysis Q3 2025 | Neil Sable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431EF9-7113-86A9-8B15-1996D9E54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328835"/>
              </p:ext>
            </p:extLst>
          </p:nvPr>
        </p:nvGraphicFramePr>
        <p:xfrm>
          <a:off x="6233163" y="1473660"/>
          <a:ext cx="5178960" cy="25210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12017">
                  <a:extLst>
                    <a:ext uri="{9D8B030D-6E8A-4147-A177-3AD203B41FA5}">
                      <a16:colId xmlns:a16="http://schemas.microsoft.com/office/drawing/2014/main" val="1219934311"/>
                    </a:ext>
                  </a:extLst>
                </a:gridCol>
                <a:gridCol w="1255647">
                  <a:extLst>
                    <a:ext uri="{9D8B030D-6E8A-4147-A177-3AD203B41FA5}">
                      <a16:colId xmlns:a16="http://schemas.microsoft.com/office/drawing/2014/main" val="234342617"/>
                    </a:ext>
                  </a:extLst>
                </a:gridCol>
                <a:gridCol w="1340298">
                  <a:extLst>
                    <a:ext uri="{9D8B030D-6E8A-4147-A177-3AD203B41FA5}">
                      <a16:colId xmlns:a16="http://schemas.microsoft.com/office/drawing/2014/main" val="2841471248"/>
                    </a:ext>
                  </a:extLst>
                </a:gridCol>
                <a:gridCol w="1170998">
                  <a:extLst>
                    <a:ext uri="{9D8B030D-6E8A-4147-A177-3AD203B41FA5}">
                      <a16:colId xmlns:a16="http://schemas.microsoft.com/office/drawing/2014/main" val="3671643450"/>
                    </a:ext>
                  </a:extLst>
                </a:gridCol>
              </a:tblGrid>
              <a:tr h="471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Metric</a:t>
                      </a:r>
                    </a:p>
                  </a:txBody>
                  <a:tcPr marL="125975" marR="125975" marT="62988" marB="62988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Q1 2024</a:t>
                      </a:r>
                      <a:endParaRPr lang="en-US" sz="14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Q3 2025</a:t>
                      </a:r>
                      <a:endParaRPr lang="en-US" sz="14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Change</a:t>
                      </a:r>
                      <a:endParaRPr lang="en-US" sz="14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extLst>
                  <a:ext uri="{0D108BD9-81ED-4DB2-BD59-A6C34878D82A}">
                    <a16:rowId xmlns:a16="http://schemas.microsoft.com/office/drawing/2014/main" val="3400590807"/>
                  </a:ext>
                </a:extLst>
              </a:tr>
              <a:tr h="619728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Cloud Gross Margin</a:t>
                      </a:r>
                      <a:endParaRPr lang="en-US" sz="12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72.5%</a:t>
                      </a:r>
                      <a:endParaRPr lang="en-US" sz="12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75.1%</a:t>
                      </a:r>
                      <a:endParaRPr lang="en-US" sz="12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+2.6pp</a:t>
                      </a:r>
                      <a:endParaRPr lang="en-US" sz="12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extLst>
                  <a:ext uri="{0D108BD9-81ED-4DB2-BD59-A6C34878D82A}">
                    <a16:rowId xmlns:a16="http://schemas.microsoft.com/office/drawing/2014/main" val="797618806"/>
                  </a:ext>
                </a:extLst>
              </a:tr>
              <a:tr h="389247">
                <a:tc>
                  <a:txBody>
                    <a:bodyPr/>
                    <a:lstStyle/>
                    <a:p>
                      <a:pPr algn="ctr"/>
                      <a:r>
                        <a:rPr lang="en-GB" sz="12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Operating Margin</a:t>
                      </a:r>
                      <a:endParaRPr lang="en-US" sz="12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19.1%</a:t>
                      </a:r>
                      <a:endParaRPr lang="en-US" sz="12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dk1">
                              <a:alpha val="57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28.3</a:t>
                      </a:r>
                      <a:r>
                        <a:rPr lang="en-GB" sz="12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%</a:t>
                      </a:r>
                      <a:endParaRPr lang="en-US" sz="12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+9.2pp</a:t>
                      </a:r>
                      <a:endParaRPr lang="en-US" sz="12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extLst>
                  <a:ext uri="{0D108BD9-81ED-4DB2-BD59-A6C34878D82A}">
                    <a16:rowId xmlns:a16="http://schemas.microsoft.com/office/drawing/2014/main" val="348589575"/>
                  </a:ext>
                </a:extLst>
              </a:tr>
              <a:tr h="619728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Cloud % of Revenue</a:t>
                      </a:r>
                      <a:endParaRPr lang="en-US" sz="12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48.9%</a:t>
                      </a:r>
                      <a:endParaRPr lang="en-US" sz="12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58.3%</a:t>
                      </a:r>
                      <a:endParaRPr lang="en-US" sz="12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+9.4pp</a:t>
                      </a:r>
                      <a:endParaRPr lang="en-US" sz="12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extLst>
                  <a:ext uri="{0D108BD9-81ED-4DB2-BD59-A6C34878D82A}">
                    <a16:rowId xmlns:a16="http://schemas.microsoft.com/office/drawing/2014/main" val="1319508050"/>
                  </a:ext>
                </a:extLst>
              </a:tr>
              <a:tr h="420845">
                <a:tc>
                  <a:txBody>
                    <a:bodyPr/>
                    <a:lstStyle/>
                    <a:p>
                      <a:pPr algn="ctr"/>
                      <a:r>
                        <a:rPr lang="en-GB" sz="12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Operating Profit</a:t>
                      </a:r>
                      <a:endParaRPr lang="en-US" sz="12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€1.53B</a:t>
                      </a:r>
                      <a:endParaRPr lang="en-US" sz="12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€2.57B</a:t>
                      </a:r>
                      <a:endParaRPr lang="en-US" sz="12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+67.3%</a:t>
                      </a:r>
                      <a:endParaRPr lang="en-US" sz="12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5975" marR="125975" marT="62988" marB="62988" anchor="ctr"/>
                </a:tc>
                <a:extLst>
                  <a:ext uri="{0D108BD9-81ED-4DB2-BD59-A6C34878D82A}">
                    <a16:rowId xmlns:a16="http://schemas.microsoft.com/office/drawing/2014/main" val="30294213"/>
                  </a:ext>
                </a:extLst>
              </a:tr>
            </a:tbl>
          </a:graphicData>
        </a:graphic>
      </p:graphicFrame>
      <p:graphicFrame>
        <p:nvGraphicFramePr>
          <p:cNvPr id="39" name="TextBox 7">
            <a:extLst>
              <a:ext uri="{FF2B5EF4-FFF2-40B4-BE49-F238E27FC236}">
                <a16:creationId xmlns:a16="http://schemas.microsoft.com/office/drawing/2014/main" id="{80A02075-EA2A-B922-DBAB-F48B5EDB17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9350361"/>
              </p:ext>
            </p:extLst>
          </p:nvPr>
        </p:nvGraphicFramePr>
        <p:xfrm>
          <a:off x="6233163" y="4133465"/>
          <a:ext cx="5178960" cy="17768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EC74B766-AE29-108A-180C-7203CCE833C9}"/>
              </a:ext>
            </a:extLst>
          </p:cNvPr>
          <p:cNvSpPr txBox="1"/>
          <p:nvPr/>
        </p:nvSpPr>
        <p:spPr>
          <a:xfrm>
            <a:off x="524404" y="4709947"/>
            <a:ext cx="5099782" cy="1200329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glow rad="34777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This demonstrates strong operational leverage: as cloud becomes larger portion of revenue, overall profitability increases due to:</a:t>
            </a:r>
          </a:p>
          <a:p>
            <a:pPr algn="just"/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Higher gross margins (cloud = 75% vs. software = ~70%)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Economies of scale in cloud operations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Lower cost of revenue growth (SaaS model efficiency)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348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DB9A50F-7515-4275-2480-5AD95DC4F7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390034"/>
              </p:ext>
            </p:extLst>
          </p:nvPr>
        </p:nvGraphicFramePr>
        <p:xfrm>
          <a:off x="533515" y="401266"/>
          <a:ext cx="6664890" cy="657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Content Placeholder 5" descr="A graph of a cloud revenue&#10;&#10;AI-generated content may be incorrect.">
            <a:extLst>
              <a:ext uri="{FF2B5EF4-FFF2-40B4-BE49-F238E27FC236}">
                <a16:creationId xmlns:a16="http://schemas.microsoft.com/office/drawing/2014/main" id="{90F4BF97-D0D2-717A-D8A1-0846B241A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533515" y="1691173"/>
            <a:ext cx="5778528" cy="4033222"/>
          </a:xfrm>
          <a:effectLst>
            <a:glow rad="256468">
              <a:schemeClr val="accent1">
                <a:alpha val="40000"/>
              </a:schemeClr>
            </a:glo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78E0F-D819-0514-091E-CFF37C1F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17FBC4-0AC6-0207-AA4A-D07B0F5FE2CC}"/>
              </a:ext>
            </a:extLst>
          </p:cNvPr>
          <p:cNvSpPr txBox="1"/>
          <p:nvPr/>
        </p:nvSpPr>
        <p:spPr>
          <a:xfrm>
            <a:off x="6807242" y="1693220"/>
            <a:ext cx="2394064" cy="3046988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glow rad="36451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FORECAST METHODOLOGY</a:t>
            </a:r>
          </a:p>
          <a:p>
            <a:pPr algn="ctr"/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u="sng" dirty="0">
                <a:latin typeface="Calibri" panose="020F0502020204030204" pitchFamily="34" charset="0"/>
                <a:cs typeface="Calibri" panose="020F0502020204030204" pitchFamily="34" charset="0"/>
              </a:rPr>
              <a:t>Model Type: </a:t>
            </a:r>
            <a:r>
              <a:rPr lang="en-US" sz="1200" i="1" dirty="0">
                <a:latin typeface="Calibri" panose="020F0502020204030204" pitchFamily="34" charset="0"/>
                <a:cs typeface="Calibri" panose="020F0502020204030204" pitchFamily="34" charset="0"/>
              </a:rPr>
              <a:t>Linear Regression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Formula: y = 195x + 3,730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Where: x = quarter number</a:t>
            </a:r>
          </a:p>
          <a:p>
            <a:pPr algn="ctr"/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u="sng" dirty="0">
                <a:latin typeface="Calibri" panose="020F0502020204030204" pitchFamily="34" charset="0"/>
                <a:cs typeface="Calibri" panose="020F0502020204030204" pitchFamily="34" charset="0"/>
              </a:rPr>
              <a:t>Historical Data: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- Sample size: 7 quarters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- Time period: Q1 2024 - Q3 2025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- Data source: SAP official filings</a:t>
            </a:r>
          </a:p>
          <a:p>
            <a:pPr algn="ctr"/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u="sng" dirty="0">
                <a:latin typeface="Calibri" panose="020F0502020204030204" pitchFamily="34" charset="0"/>
                <a:cs typeface="Calibri" panose="020F0502020204030204" pitchFamily="34" charset="0"/>
              </a:rPr>
              <a:t>Statistical Confidence: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✓ R² = 0.99 (excellent fit)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✓ Standard Error = ±€150M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✓ Residual analysis: No autocorrelation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73CB58-2B87-D622-0598-072A6698EC6C}"/>
              </a:ext>
            </a:extLst>
          </p:cNvPr>
          <p:cNvSpPr txBox="1"/>
          <p:nvPr/>
        </p:nvSpPr>
        <p:spPr>
          <a:xfrm>
            <a:off x="9832164" y="1718885"/>
            <a:ext cx="2037844" cy="1400383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glow rad="32802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latin typeface="Calibri" panose="020F0502020204030204" pitchFamily="34" charset="0"/>
                <a:cs typeface="Calibri" panose="020F0502020204030204" pitchFamily="34" charset="0"/>
              </a:rPr>
              <a:t>FORECAST RESULTS</a:t>
            </a:r>
          </a:p>
          <a:p>
            <a:pPr algn="ctr"/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Point Estimate: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€5,290M</a:t>
            </a:r>
          </a:p>
          <a:p>
            <a:pPr algn="ctr"/>
            <a:r>
              <a:rPr lang="en-US" sz="1200" i="1" u="sng" dirty="0">
                <a:latin typeface="Calibri" panose="020F0502020204030204" pitchFamily="34" charset="0"/>
                <a:cs typeface="Calibri" panose="020F0502020204030204" pitchFamily="34" charset="0"/>
              </a:rPr>
              <a:t>95% Confidence Interval: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├─ Lower Bound: €4,996M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├─ Forecast: €5,290M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└─ Upper Bound: €5,584M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66F733-452D-71F4-DF16-791D7EFFCB51}"/>
              </a:ext>
            </a:extLst>
          </p:cNvPr>
          <p:cNvSpPr txBox="1"/>
          <p:nvPr/>
        </p:nvSpPr>
        <p:spPr>
          <a:xfrm>
            <a:off x="9924511" y="3431166"/>
            <a:ext cx="1853149" cy="1107996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glow rad="31952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latin typeface="Calibri" panose="020F0502020204030204" pitchFamily="34" charset="0"/>
                <a:cs typeface="Calibri" panose="020F0502020204030204" pitchFamily="34" charset="0"/>
              </a:rPr>
              <a:t>COMPARISON TO GUIDANCE</a:t>
            </a:r>
          </a:p>
          <a:p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SAP's FY 2025 Guidance: €21.6B</a:t>
            </a:r>
          </a:p>
          <a:p>
            <a:pPr algn="ctr"/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Q1-Q3 Actual: €15.41B</a:t>
            </a:r>
          </a:p>
          <a:p>
            <a:pPr algn="ctr"/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Implied Q4: €6.19B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4C2D11-949E-132E-8B64-176AA48120A5}"/>
              </a:ext>
            </a:extLst>
          </p:cNvPr>
          <p:cNvSpPr txBox="1"/>
          <p:nvPr/>
        </p:nvSpPr>
        <p:spPr>
          <a:xfrm>
            <a:off x="9354715" y="4840392"/>
            <a:ext cx="2510530" cy="1215717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glow rad="31739">
              <a:schemeClr val="accent1">
                <a:alpha val="40000"/>
              </a:schemeClr>
            </a:glow>
          </a:effectLst>
        </p:spPr>
        <p:txBody>
          <a:bodyPr wrap="square" rtlCol="0" anchor="t">
            <a:spAutoFit/>
          </a:bodyPr>
          <a:lstStyle/>
          <a:p>
            <a:pPr algn="ctr"/>
            <a:r>
              <a:rPr lang="en-US" sz="1300" b="1" dirty="0">
                <a:latin typeface="Calibri" panose="020F0502020204030204" pitchFamily="34" charset="0"/>
                <a:cs typeface="Calibri" panose="020F0502020204030204" pitchFamily="34" charset="0"/>
              </a:rPr>
              <a:t>Possible explanations:</a:t>
            </a:r>
          </a:p>
          <a:p>
            <a:pPr algn="ctr"/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- Q4 seasonality (+8-10% typical)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- Currency benefits not in our model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- Conservative linear assumption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- Management upside guidance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E911224B-9C7C-5EED-496A-E3E7758A7546}"/>
              </a:ext>
            </a:extLst>
          </p:cNvPr>
          <p:cNvSpPr/>
          <p:nvPr/>
        </p:nvSpPr>
        <p:spPr>
          <a:xfrm>
            <a:off x="9201306" y="2313161"/>
            <a:ext cx="630858" cy="389886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1ADE43-A55E-C9E6-7707-BD6282585937}"/>
              </a:ext>
            </a:extLst>
          </p:cNvPr>
          <p:cNvSpPr txBox="1"/>
          <p:nvPr/>
        </p:nvSpPr>
        <p:spPr>
          <a:xfrm>
            <a:off x="6807242" y="5017364"/>
            <a:ext cx="2098763" cy="1031051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glow rad="34383">
              <a:schemeClr val="accent1">
                <a:alpha val="40000"/>
              </a:schemeClr>
            </a:glo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300" b="1" dirty="0">
                <a:latin typeface="Calibri" panose="020F0502020204030204" pitchFamily="34" charset="0"/>
                <a:cs typeface="Calibri" panose="020F0502020204030204" pitchFamily="34" charset="0"/>
              </a:rPr>
              <a:t>Gap Analysis:</a:t>
            </a:r>
          </a:p>
          <a:p>
            <a:pPr algn="ctr"/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Our forecast is €900M below  SAP's implied guidance.</a:t>
            </a:r>
          </a:p>
          <a:p>
            <a:endParaRPr lang="en-US" sz="1200" dirty="0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9897E499-30AF-C996-A6EE-A5E53848C839}"/>
              </a:ext>
            </a:extLst>
          </p:cNvPr>
          <p:cNvSpPr/>
          <p:nvPr/>
        </p:nvSpPr>
        <p:spPr>
          <a:xfrm>
            <a:off x="8906006" y="5303706"/>
            <a:ext cx="448710" cy="320649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02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6ABFC3D-6902-9FF1-70F3-0E92C2FD97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3054529"/>
              </p:ext>
            </p:extLst>
          </p:nvPr>
        </p:nvGraphicFramePr>
        <p:xfrm>
          <a:off x="371749" y="378006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Content Placeholder 5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B6EEF93A-2E57-4FDF-F752-BEE3E0218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642123" y="1434508"/>
            <a:ext cx="5079956" cy="3362344"/>
          </a:xfrm>
          <a:effectLst>
            <a:glow rad="259613">
              <a:schemeClr val="accent1">
                <a:alpha val="40000"/>
              </a:schemeClr>
            </a:glo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C66537-8415-7BD3-8369-7D6F34C3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720E23-2C72-37C2-B938-93FC33596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461126"/>
              </p:ext>
            </p:extLst>
          </p:nvPr>
        </p:nvGraphicFramePr>
        <p:xfrm>
          <a:off x="6096000" y="1494087"/>
          <a:ext cx="5719535" cy="222900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43907">
                  <a:extLst>
                    <a:ext uri="{9D8B030D-6E8A-4147-A177-3AD203B41FA5}">
                      <a16:colId xmlns:a16="http://schemas.microsoft.com/office/drawing/2014/main" val="31166173"/>
                    </a:ext>
                  </a:extLst>
                </a:gridCol>
                <a:gridCol w="1143907">
                  <a:extLst>
                    <a:ext uri="{9D8B030D-6E8A-4147-A177-3AD203B41FA5}">
                      <a16:colId xmlns:a16="http://schemas.microsoft.com/office/drawing/2014/main" val="2579598220"/>
                    </a:ext>
                  </a:extLst>
                </a:gridCol>
                <a:gridCol w="1143907">
                  <a:extLst>
                    <a:ext uri="{9D8B030D-6E8A-4147-A177-3AD203B41FA5}">
                      <a16:colId xmlns:a16="http://schemas.microsoft.com/office/drawing/2014/main" val="228846134"/>
                    </a:ext>
                  </a:extLst>
                </a:gridCol>
                <a:gridCol w="1143907">
                  <a:extLst>
                    <a:ext uri="{9D8B030D-6E8A-4147-A177-3AD203B41FA5}">
                      <a16:colId xmlns:a16="http://schemas.microsoft.com/office/drawing/2014/main" val="1964067543"/>
                    </a:ext>
                  </a:extLst>
                </a:gridCol>
                <a:gridCol w="1143907">
                  <a:extLst>
                    <a:ext uri="{9D8B030D-6E8A-4147-A177-3AD203B41FA5}">
                      <a16:colId xmlns:a16="http://schemas.microsoft.com/office/drawing/2014/main" val="4031310144"/>
                    </a:ext>
                  </a:extLst>
                </a:gridCol>
              </a:tblGrid>
              <a:tr h="6770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1" i="0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Region</a:t>
                      </a:r>
                      <a:endParaRPr lang="en-GB" sz="1400" b="1" i="0" kern="1200" dirty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Revenue (Q3'25)</a:t>
                      </a:r>
                      <a:endParaRPr lang="en-US" sz="14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YoY Growth</a:t>
                      </a:r>
                      <a:endParaRPr lang="en-US" sz="14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% of Total</a:t>
                      </a:r>
                      <a:endParaRPr lang="en-US" sz="14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  <a:endParaRPr lang="en-US" sz="14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765381"/>
                  </a:ext>
                </a:extLst>
              </a:tr>
              <a:tr h="48558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EMEA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€2.27B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+30.4%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42.9%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⭐ Strong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9814279"/>
                  </a:ext>
                </a:extLst>
              </a:tr>
              <a:tr h="46875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Americas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€2.25B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+13.0%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42.5%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⚠️ Slowing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3850010"/>
                  </a:ext>
                </a:extLst>
              </a:tr>
              <a:tr h="597658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APJ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€0.77B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+24.5%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14.6%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🚀 Opportunity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96178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1460551-BB59-5891-D89E-8AE596D2C190}"/>
              </a:ext>
            </a:extLst>
          </p:cNvPr>
          <p:cNvSpPr txBox="1"/>
          <p:nvPr/>
        </p:nvSpPr>
        <p:spPr>
          <a:xfrm>
            <a:off x="8993564" y="4301055"/>
            <a:ext cx="2813049" cy="1477328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glow rad="26804">
              <a:schemeClr val="accent1">
                <a:alpha val="40000"/>
              </a:schemeClr>
            </a:glo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CONCENTRATION ANALYSIS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</a:rPr>
              <a:t>Herfindahl-Hirschman Index (HHI): 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3,648</a:t>
            </a:r>
          </a:p>
          <a:p>
            <a:pPr algn="just"/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</a:rPr>
              <a:t>Interpretation: 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High concentration</a:t>
            </a:r>
          </a:p>
          <a:p>
            <a:pPr algn="just"/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Benchmark: &gt;2,500 = concentrated market</a:t>
            </a:r>
          </a:p>
          <a:p>
            <a:pPr algn="just"/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</a:rPr>
              <a:t>Two-Region Dependency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: 85.4%</a:t>
            </a:r>
          </a:p>
          <a:p>
            <a:pPr algn="just"/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</a:rPr>
              <a:t>Risk: 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Slowdown in EMEA or Americas significantly impacts total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7A0FD-C1D1-3EBA-C06C-3080946F8B63}"/>
              </a:ext>
            </a:extLst>
          </p:cNvPr>
          <p:cNvSpPr txBox="1"/>
          <p:nvPr/>
        </p:nvSpPr>
        <p:spPr>
          <a:xfrm>
            <a:off x="6109741" y="3985585"/>
            <a:ext cx="2538818" cy="2108269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glow rad="34093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APJ OPPORTUNITY</a:t>
            </a:r>
          </a:p>
          <a:p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</a:rPr>
              <a:t>Current: 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14.6% of cloud revenue (€772M)</a:t>
            </a:r>
          </a:p>
          <a:p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</a:rPr>
              <a:t>Target: 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20% of cloud revenue by 2026</a:t>
            </a:r>
          </a:p>
          <a:p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</a:rPr>
              <a:t>Gap: 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5.4 percentage points</a:t>
            </a:r>
          </a:p>
          <a:p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</a:rPr>
              <a:t>Calculation: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If cloud reaches €22B in 2026: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20% × €22B = €4.4B (target)</a:t>
            </a:r>
          </a:p>
          <a:p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</a:rPr>
              <a:t>Current trajectory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: €3.2B (72% of target)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Additional growth needed: +28 percentage points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A5A6C8-5CF7-227E-D11A-B9DDE09F1082}"/>
              </a:ext>
            </a:extLst>
          </p:cNvPr>
          <p:cNvSpPr txBox="1"/>
          <p:nvPr/>
        </p:nvSpPr>
        <p:spPr>
          <a:xfrm>
            <a:off x="1531837" y="5108969"/>
            <a:ext cx="3300528" cy="984885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glow rad="26652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Strategic Recommendation:</a:t>
            </a:r>
          </a:p>
          <a:p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i="1" dirty="0">
                <a:latin typeface="Calibri" panose="020F0502020204030204" pitchFamily="34" charset="0"/>
                <a:cs typeface="Calibri" panose="020F0502020204030204" pitchFamily="34" charset="0"/>
              </a:rPr>
              <a:t>Increase sales resources in APJ by </a:t>
            </a:r>
            <a:r>
              <a:rPr lang="en-U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40-50%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u="sng" dirty="0">
                <a:latin typeface="Calibri" panose="020F0502020204030204" pitchFamily="34" charset="0"/>
                <a:cs typeface="Calibri" panose="020F0502020204030204" pitchFamily="34" charset="0"/>
              </a:rPr>
              <a:t>Focus on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: India, Australia, Japan, Southeast Asia</a:t>
            </a:r>
          </a:p>
        </p:txBody>
      </p:sp>
    </p:spTree>
    <p:extLst>
      <p:ext uri="{BB962C8B-B14F-4D97-AF65-F5344CB8AC3E}">
        <p14:creationId xmlns:p14="http://schemas.microsoft.com/office/powerpoint/2010/main" val="3807911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FF110AC-02B2-53CF-25F6-1CF2F2AFB1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4058194"/>
              </p:ext>
            </p:extLst>
          </p:nvPr>
        </p:nvGraphicFramePr>
        <p:xfrm>
          <a:off x="598661" y="680596"/>
          <a:ext cx="10515600" cy="698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228502-D18F-5C2C-61AB-4301931D1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BF8F39-462D-CF8B-DCDE-0E1D3DDD462C}"/>
              </a:ext>
            </a:extLst>
          </p:cNvPr>
          <p:cNvSpPr txBox="1"/>
          <p:nvPr/>
        </p:nvSpPr>
        <p:spPr>
          <a:xfrm>
            <a:off x="803015" y="1712925"/>
            <a:ext cx="2441714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FOR INVESTORS 💰</a:t>
            </a:r>
            <a:endParaRPr lang="en-US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74EADC0-7019-FE4A-748C-628FC557C1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6314611"/>
              </p:ext>
            </p:extLst>
          </p:nvPr>
        </p:nvGraphicFramePr>
        <p:xfrm>
          <a:off x="598661" y="2218178"/>
          <a:ext cx="3439939" cy="39592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8516FCC-9DB4-8F32-459B-542351AC1093}"/>
              </a:ext>
            </a:extLst>
          </p:cNvPr>
          <p:cNvSpPr txBox="1"/>
          <p:nvPr/>
        </p:nvSpPr>
        <p:spPr>
          <a:xfrm>
            <a:off x="4635603" y="1712925"/>
            <a:ext cx="279080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FOR SAP LEADERSHIP 🎯</a:t>
            </a:r>
            <a:endParaRPr lang="en-US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374EADC0-7019-FE4A-748C-628FC557C1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8594838"/>
              </p:ext>
            </p:extLst>
          </p:nvPr>
        </p:nvGraphicFramePr>
        <p:xfrm>
          <a:off x="4359535" y="2218178"/>
          <a:ext cx="3669051" cy="39592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4F95B3E6-E31B-CC05-9C6D-F382070558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0629640"/>
              </p:ext>
            </p:extLst>
          </p:nvPr>
        </p:nvGraphicFramePr>
        <p:xfrm>
          <a:off x="8349521" y="2218178"/>
          <a:ext cx="3439940" cy="39592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61818B8-4853-2533-8416-0C35090AB2FA}"/>
              </a:ext>
            </a:extLst>
          </p:cNvPr>
          <p:cNvSpPr txBox="1"/>
          <p:nvPr/>
        </p:nvSpPr>
        <p:spPr>
          <a:xfrm>
            <a:off x="8709284" y="1712925"/>
            <a:ext cx="212759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FOR BTP TEAM 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227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4204BA2-6D0A-C1E7-B8AC-15E1D61FB2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1803340"/>
              </p:ext>
            </p:extLst>
          </p:nvPr>
        </p:nvGraphicFramePr>
        <p:xfrm>
          <a:off x="838200" y="365126"/>
          <a:ext cx="5367728" cy="759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30C0C-0B27-5157-4569-6B682CFDA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763A771-D923-E5E1-2AEC-42C09886B3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4673226"/>
              </p:ext>
            </p:extLst>
          </p:nvPr>
        </p:nvGraphicFramePr>
        <p:xfrm>
          <a:off x="838200" y="1573106"/>
          <a:ext cx="5684520" cy="4294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BC9D919-CE9B-42E7-AD80-7F12675B4334}"/>
              </a:ext>
            </a:extLst>
          </p:cNvPr>
          <p:cNvSpPr txBox="1"/>
          <p:nvPr/>
        </p:nvSpPr>
        <p:spPr>
          <a:xfrm>
            <a:off x="8016240" y="1388440"/>
            <a:ext cx="2835670" cy="369332"/>
          </a:xfrm>
          <a:prstGeom prst="rect">
            <a:avLst/>
          </a:prstGeom>
          <a:noFill/>
          <a:ln w="25400">
            <a:solidFill>
              <a:schemeClr val="tx2">
                <a:lumMod val="90000"/>
                <a:lumOff val="10000"/>
              </a:schemeClr>
            </a:solidFill>
          </a:ln>
          <a:effectLst>
            <a:glow rad="53228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ANALYTICAL METHODS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C90C7AC2-4129-D9D3-DEED-BB0C1CF27F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5691304"/>
              </p:ext>
            </p:extLst>
          </p:nvPr>
        </p:nvGraphicFramePr>
        <p:xfrm>
          <a:off x="6743700" y="1748578"/>
          <a:ext cx="2545080" cy="2029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3218A70D-E470-1242-75B6-6E511550DD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9843320"/>
              </p:ext>
            </p:extLst>
          </p:nvPr>
        </p:nvGraphicFramePr>
        <p:xfrm>
          <a:off x="9372600" y="1667820"/>
          <a:ext cx="2545080" cy="2110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7AED2A78-9D13-3EA3-3E9A-688A5FF231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0761840"/>
              </p:ext>
            </p:extLst>
          </p:nvPr>
        </p:nvGraphicFramePr>
        <p:xfrm>
          <a:off x="6743700" y="3788608"/>
          <a:ext cx="2545080" cy="1915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CAD7A8A2-481C-C03A-AEED-FC02643C9B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65598"/>
              </p:ext>
            </p:extLst>
          </p:nvPr>
        </p:nvGraphicFramePr>
        <p:xfrm>
          <a:off x="9372600" y="3892259"/>
          <a:ext cx="2545080" cy="1707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</p:spTree>
    <p:extLst>
      <p:ext uri="{BB962C8B-B14F-4D97-AF65-F5344CB8AC3E}">
        <p14:creationId xmlns:p14="http://schemas.microsoft.com/office/powerpoint/2010/main" val="2865548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9A6DFD1-0912-5613-578B-EEA82BEB1C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8557395"/>
              </p:ext>
            </p:extLst>
          </p:nvPr>
        </p:nvGraphicFramePr>
        <p:xfrm>
          <a:off x="838200" y="365125"/>
          <a:ext cx="2559908" cy="7321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2E10BA-E96C-0184-7ED2-52AD2ACA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7EEB53A-BDC4-A777-15F6-47F3581210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3338910"/>
              </p:ext>
            </p:extLst>
          </p:nvPr>
        </p:nvGraphicFramePr>
        <p:xfrm>
          <a:off x="838200" y="1573106"/>
          <a:ext cx="5684520" cy="4294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42C4B64-4368-4526-F37F-B06DF37AD7AA}"/>
              </a:ext>
            </a:extLst>
          </p:cNvPr>
          <p:cNvSpPr txBox="1"/>
          <p:nvPr/>
        </p:nvSpPr>
        <p:spPr>
          <a:xfrm>
            <a:off x="7345680" y="3429000"/>
            <a:ext cx="4008120" cy="1477328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>
            <a:glow rad="28626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All formulas can be audited in accompanying Excel file. Every data point traceable to source document page number. Statistical methods follow academic standards.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6C8DF3-D3A7-9D8A-13D8-244A012ED016}"/>
              </a:ext>
            </a:extLst>
          </p:cNvPr>
          <p:cNvSpPr txBox="1"/>
          <p:nvPr/>
        </p:nvSpPr>
        <p:spPr>
          <a:xfrm>
            <a:off x="8243284" y="2799183"/>
            <a:ext cx="2212911" cy="461665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VERIFICATION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Graphic 13" descr="Tick with solid fill">
            <a:extLst>
              <a:ext uri="{FF2B5EF4-FFF2-40B4-BE49-F238E27FC236}">
                <a16:creationId xmlns:a16="http://schemas.microsoft.com/office/drawing/2014/main" id="{A183D78B-78D9-21F3-F7CF-3A3F8EDDE8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92539" y="18007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99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1B92FF4-C7E6-B0B1-EF68-53B5986CA9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9735102"/>
              </p:ext>
            </p:extLst>
          </p:nvPr>
        </p:nvGraphicFramePr>
        <p:xfrm>
          <a:off x="628135" y="377280"/>
          <a:ext cx="9220200" cy="800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32341-EEB1-6474-20EF-01046EB2A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SAP Cloud Analysis Q3 2025 | Neil Sable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214C92-F079-653E-BD4E-24882BD18527}"/>
              </a:ext>
            </a:extLst>
          </p:cNvPr>
          <p:cNvSpPr txBox="1"/>
          <p:nvPr/>
        </p:nvSpPr>
        <p:spPr>
          <a:xfrm>
            <a:off x="628135" y="1580801"/>
            <a:ext cx="8933935" cy="2492990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SAP's cloud transformation is 58% complete by revenue mix, with strong operational discipline</a:t>
            </a:r>
          </a:p>
          <a:p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Revenue growth: 18.1% CAGR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Margin expansion: +920 basis points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Predictability: 87% recurring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Customer confidence: €18.8B backlog </a:t>
            </a:r>
          </a:p>
          <a:p>
            <a:pPr algn="ctr"/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The Q4 2025 forecast (€5.3B) suggests steady momentum, though below management guidance, indicating dependency on seasonality or FX.</a:t>
            </a:r>
          </a:p>
          <a:p>
            <a:pPr algn="ctr"/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Primary strategic opportunity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: APJ market expansion to reduce concentration risk and capture fastest-growing region. 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506EC-37E0-9A12-77EA-CC1C77F8C29C}"/>
              </a:ext>
            </a:extLst>
          </p:cNvPr>
          <p:cNvSpPr txBox="1"/>
          <p:nvPr/>
        </p:nvSpPr>
        <p:spPr>
          <a:xfrm>
            <a:off x="628134" y="4476560"/>
            <a:ext cx="7799173" cy="132343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DELIVERABLES</a:t>
            </a:r>
            <a:b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400" i="1" dirty="0">
                <a:latin typeface="Calibri" panose="020F0502020204030204" pitchFamily="34" charset="0"/>
                <a:cs typeface="Calibri" panose="020F0502020204030204" pitchFamily="34" charset="0"/>
              </a:rPr>
              <a:t> This analysis includes: </a:t>
            </a:r>
          </a:p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 📊 Excel workbook with all data, formulas, and models 📈 Statistical forecast model (R² = 0.96)</a:t>
            </a:r>
          </a:p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 📋 This presentation with full methodology</a:t>
            </a:r>
          </a:p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 📄 All calculations auditable and traceable 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9697D7-BE24-7189-70B1-64851E4698D8}"/>
              </a:ext>
            </a:extLst>
          </p:cNvPr>
          <p:cNvSpPr txBox="1"/>
          <p:nvPr/>
        </p:nvSpPr>
        <p:spPr>
          <a:xfrm>
            <a:off x="8798010" y="4676615"/>
            <a:ext cx="3052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i="1" dirty="0">
                <a:latin typeface="Calibri" panose="020F0502020204030204" pitchFamily="34" charset="0"/>
                <a:cs typeface="Calibri" panose="020F0502020204030204" pitchFamily="34" charset="0"/>
              </a:rPr>
              <a:t>PREPARED BY </a:t>
            </a:r>
            <a:b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200" b="1" dirty="0">
                <a:latin typeface="Calibri" panose="020F0502020204030204" pitchFamily="34" charset="0"/>
                <a:cs typeface="Calibri" panose="020F0502020204030204" pitchFamily="34" charset="0"/>
              </a:rPr>
              <a:t>Neil Sable, </a:t>
            </a: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MSc Technology Management</a:t>
            </a:r>
          </a:p>
          <a:p>
            <a:pPr algn="ctr"/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neilsable7@gmail.com</a:t>
            </a: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www.linkedin.com/in/neil-sable</a:t>
            </a: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 descr="A blue and white logo&#10;&#10;AI-generated content may be incorrect.">
            <a:extLst>
              <a:ext uri="{FF2B5EF4-FFF2-40B4-BE49-F238E27FC236}">
                <a16:creationId xmlns:a16="http://schemas.microsoft.com/office/drawing/2014/main" id="{44344A70-9400-80CF-D3C1-566D540E79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4170" y="5825202"/>
            <a:ext cx="9398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15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9210</TotalTime>
  <Words>1574</Words>
  <Application>Microsoft Macintosh PowerPoint</Application>
  <PresentationFormat>Widescreen</PresentationFormat>
  <Paragraphs>258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Wingdings</vt:lpstr>
      <vt:lpstr>Office Theme</vt:lpstr>
      <vt:lpstr>SAP Cloud Business Transformation  A Data-Driven Strategic Analysis</vt:lpstr>
      <vt:lpstr>Executive Summary: Key Findings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8</cp:revision>
  <dcterms:created xsi:type="dcterms:W3CDTF">2025-11-19T14:40:52Z</dcterms:created>
  <dcterms:modified xsi:type="dcterms:W3CDTF">2025-11-26T00:44:30Z</dcterms:modified>
</cp:coreProperties>
</file>